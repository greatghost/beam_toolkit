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59" r:id="rId2"/>
  </p:sldMasterIdLst>
  <p:notesMasterIdLst>
    <p:notesMasterId r:id="rId30"/>
  </p:notesMasterIdLst>
  <p:sldIdLst>
    <p:sldId id="263" r:id="rId3"/>
    <p:sldId id="264" r:id="rId4"/>
    <p:sldId id="285" r:id="rId5"/>
    <p:sldId id="286" r:id="rId6"/>
    <p:sldId id="279" r:id="rId7"/>
    <p:sldId id="278" r:id="rId8"/>
    <p:sldId id="280" r:id="rId9"/>
    <p:sldId id="281" r:id="rId10"/>
    <p:sldId id="282" r:id="rId11"/>
    <p:sldId id="283" r:id="rId12"/>
    <p:sldId id="287" r:id="rId13"/>
    <p:sldId id="288" r:id="rId14"/>
    <p:sldId id="289" r:id="rId15"/>
    <p:sldId id="290" r:id="rId16"/>
    <p:sldId id="296" r:id="rId17"/>
    <p:sldId id="292" r:id="rId18"/>
    <p:sldId id="293" r:id="rId19"/>
    <p:sldId id="297" r:id="rId20"/>
    <p:sldId id="295" r:id="rId21"/>
    <p:sldId id="284" r:id="rId22"/>
    <p:sldId id="299" r:id="rId23"/>
    <p:sldId id="294" r:id="rId24"/>
    <p:sldId id="265" r:id="rId25"/>
    <p:sldId id="266" r:id="rId26"/>
    <p:sldId id="267" r:id="rId27"/>
    <p:sldId id="268" r:id="rId28"/>
    <p:sldId id="275" r:id="rId2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800000"/>
    <a:srgbClr val="FF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13" autoAdjust="0"/>
    <p:restoredTop sz="94660"/>
  </p:normalViewPr>
  <p:slideViewPr>
    <p:cSldViewPr>
      <p:cViewPr varScale="1">
        <p:scale>
          <a:sx n="60" d="100"/>
          <a:sy n="60" d="100"/>
        </p:scale>
        <p:origin x="12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132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08CF51C-ED0B-7EE6-4D93-08DCD8326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5685904-0093-043C-C57F-8BCB1BF7782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D55D160-806A-5841-B37E-E398861936A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83D03B7-7C61-59BE-135F-E8117A1E1F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DB4EEBE-C946-B8D7-39D6-93A8734C51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04F8360-B3E5-BFC6-092F-1746C331D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65F6708-A7F4-4E02-9985-E3F107780F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41E285D-4F22-78D9-390B-8607335116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4C20920-2167-4F46-A503-6867912F725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B455822-A1B2-23C0-F05B-DA366E0DF8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0364DFA-63DD-7173-1940-EE79F856E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DF9DB00-81E5-050A-1690-BFDEEE782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038" y="0"/>
            <a:ext cx="334962" cy="6858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9F8AD5-12D4-768C-A88F-CB1D7E9C3E1A}"/>
              </a:ext>
            </a:extLst>
          </p:cNvPr>
          <p:cNvSpPr>
            <a:spLocks/>
          </p:cNvSpPr>
          <p:nvPr/>
        </p:nvSpPr>
        <p:spPr bwMode="white">
          <a:xfrm>
            <a:off x="-9525" y="4489450"/>
            <a:ext cx="5754688" cy="2368550"/>
          </a:xfrm>
          <a:custGeom>
            <a:avLst/>
            <a:gdLst>
              <a:gd name="T0" fmla="*/ 0 w 3625"/>
              <a:gd name="T1" fmla="*/ 2147483646 h 1492"/>
              <a:gd name="T2" fmla="*/ 0 w 3625"/>
              <a:gd name="T3" fmla="*/ 0 h 1492"/>
              <a:gd name="T4" fmla="*/ 430947550 w 3625"/>
              <a:gd name="T5" fmla="*/ 7561263 h 1492"/>
              <a:gd name="T6" fmla="*/ 894656340 w 3625"/>
              <a:gd name="T7" fmla="*/ 22682200 h 1492"/>
              <a:gd name="T8" fmla="*/ 1257558872 w 3625"/>
              <a:gd name="T9" fmla="*/ 52924075 h 1492"/>
              <a:gd name="T10" fmla="*/ 1638101705 w 3625"/>
              <a:gd name="T11" fmla="*/ 90725625 h 1492"/>
              <a:gd name="T12" fmla="*/ 2038807377 w 3625"/>
              <a:gd name="T13" fmla="*/ 136088438 h 1492"/>
              <a:gd name="T14" fmla="*/ 2147483646 w 3625"/>
              <a:gd name="T15" fmla="*/ 196572188 h 1492"/>
              <a:gd name="T16" fmla="*/ 2147483646 w 3625"/>
              <a:gd name="T17" fmla="*/ 264617200 h 1492"/>
              <a:gd name="T18" fmla="*/ 2147483646 w 3625"/>
              <a:gd name="T19" fmla="*/ 335181575 h 1492"/>
              <a:gd name="T20" fmla="*/ 2147483646 w 3625"/>
              <a:gd name="T21" fmla="*/ 441028138 h 1492"/>
              <a:gd name="T22" fmla="*/ 2147483646 w 3625"/>
              <a:gd name="T23" fmla="*/ 546874700 h 1492"/>
              <a:gd name="T24" fmla="*/ 2147483646 w 3625"/>
              <a:gd name="T25" fmla="*/ 677922825 h 1492"/>
              <a:gd name="T26" fmla="*/ 2147483646 w 3625"/>
              <a:gd name="T27" fmla="*/ 776208125 h 1492"/>
              <a:gd name="T28" fmla="*/ 2147483646 w 3625"/>
              <a:gd name="T29" fmla="*/ 967740000 h 1492"/>
              <a:gd name="T30" fmla="*/ 2147483646 w 3625"/>
              <a:gd name="T31" fmla="*/ 1118949375 h 1492"/>
              <a:gd name="T32" fmla="*/ 2147483646 w 3625"/>
              <a:gd name="T33" fmla="*/ 1378526263 h 1492"/>
              <a:gd name="T34" fmla="*/ 2147483646 w 3625"/>
              <a:gd name="T35" fmla="*/ 1668343438 h 1492"/>
              <a:gd name="T36" fmla="*/ 2147483646 w 3625"/>
              <a:gd name="T37" fmla="*/ 1980842813 h 1492"/>
              <a:gd name="T38" fmla="*/ 2147483646 w 3625"/>
              <a:gd name="T39" fmla="*/ 2147483646 h 1492"/>
              <a:gd name="T40" fmla="*/ 2147483646 w 3625"/>
              <a:gd name="T41" fmla="*/ 2147483646 h 1492"/>
              <a:gd name="T42" fmla="*/ 2147483646 w 3625"/>
              <a:gd name="T43" fmla="*/ 2147483646 h 1492"/>
              <a:gd name="T44" fmla="*/ 2147483646 w 3625"/>
              <a:gd name="T45" fmla="*/ 2147483646 h 1492"/>
              <a:gd name="T46" fmla="*/ 2147483646 w 3625"/>
              <a:gd name="T47" fmla="*/ 2147483646 h 1492"/>
              <a:gd name="T48" fmla="*/ 2147483646 w 3625"/>
              <a:gd name="T49" fmla="*/ 2147483646 h 1492"/>
              <a:gd name="T50" fmla="*/ 2147483646 w 3625"/>
              <a:gd name="T51" fmla="*/ 2147483646 h 1492"/>
              <a:gd name="T52" fmla="*/ 0 w 3625"/>
              <a:gd name="T53" fmla="*/ 2147483646 h 149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3625" h="1492">
                <a:moveTo>
                  <a:pt x="0" y="1491"/>
                </a:moveTo>
                <a:lnTo>
                  <a:pt x="0" y="0"/>
                </a:lnTo>
                <a:lnTo>
                  <a:pt x="171" y="3"/>
                </a:lnTo>
                <a:lnTo>
                  <a:pt x="355" y="9"/>
                </a:lnTo>
                <a:lnTo>
                  <a:pt x="499" y="21"/>
                </a:lnTo>
                <a:lnTo>
                  <a:pt x="650" y="36"/>
                </a:lnTo>
                <a:lnTo>
                  <a:pt x="809" y="54"/>
                </a:lnTo>
                <a:lnTo>
                  <a:pt x="957" y="78"/>
                </a:lnTo>
                <a:lnTo>
                  <a:pt x="1119" y="105"/>
                </a:lnTo>
                <a:lnTo>
                  <a:pt x="1261" y="133"/>
                </a:lnTo>
                <a:lnTo>
                  <a:pt x="1441" y="175"/>
                </a:lnTo>
                <a:lnTo>
                  <a:pt x="1598" y="217"/>
                </a:lnTo>
                <a:lnTo>
                  <a:pt x="1763" y="269"/>
                </a:lnTo>
                <a:lnTo>
                  <a:pt x="1887" y="308"/>
                </a:lnTo>
                <a:lnTo>
                  <a:pt x="2085" y="384"/>
                </a:lnTo>
                <a:lnTo>
                  <a:pt x="2230" y="444"/>
                </a:lnTo>
                <a:lnTo>
                  <a:pt x="2456" y="547"/>
                </a:lnTo>
                <a:lnTo>
                  <a:pt x="2666" y="662"/>
                </a:lnTo>
                <a:lnTo>
                  <a:pt x="2859" y="786"/>
                </a:lnTo>
                <a:lnTo>
                  <a:pt x="3046" y="920"/>
                </a:lnTo>
                <a:lnTo>
                  <a:pt x="3193" y="1038"/>
                </a:lnTo>
                <a:lnTo>
                  <a:pt x="3332" y="1168"/>
                </a:lnTo>
                <a:lnTo>
                  <a:pt x="3440" y="1280"/>
                </a:lnTo>
                <a:lnTo>
                  <a:pt x="3524" y="1380"/>
                </a:lnTo>
                <a:lnTo>
                  <a:pt x="3624" y="1491"/>
                </a:lnTo>
                <a:lnTo>
                  <a:pt x="3608" y="1491"/>
                </a:lnTo>
                <a:lnTo>
                  <a:pt x="0" y="1491"/>
                </a:lnTo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BA8F766-1C0F-0349-4954-BB6C2444C0A9}"/>
              </a:ext>
            </a:extLst>
          </p:cNvPr>
          <p:cNvSpPr>
            <a:spLocks/>
          </p:cNvSpPr>
          <p:nvPr/>
        </p:nvSpPr>
        <p:spPr bwMode="white">
          <a:xfrm>
            <a:off x="0" y="3817938"/>
            <a:ext cx="8164513" cy="3019425"/>
          </a:xfrm>
          <a:custGeom>
            <a:avLst/>
            <a:gdLst>
              <a:gd name="T0" fmla="*/ 2147483646 w 5143"/>
              <a:gd name="T1" fmla="*/ 1020664075 h 1902"/>
              <a:gd name="T2" fmla="*/ 2147483646 w 5143"/>
              <a:gd name="T3" fmla="*/ 839212825 h 1902"/>
              <a:gd name="T4" fmla="*/ 2147483646 w 5143"/>
              <a:gd name="T5" fmla="*/ 657761575 h 1902"/>
              <a:gd name="T6" fmla="*/ 2147483646 w 5143"/>
              <a:gd name="T7" fmla="*/ 498990938 h 1902"/>
              <a:gd name="T8" fmla="*/ 2147483646 w 5143"/>
              <a:gd name="T9" fmla="*/ 385584700 h 1902"/>
              <a:gd name="T10" fmla="*/ 2147483646 w 5143"/>
              <a:gd name="T11" fmla="*/ 279738138 h 1902"/>
              <a:gd name="T12" fmla="*/ 2147483646 w 5143"/>
              <a:gd name="T13" fmla="*/ 189012513 h 1902"/>
              <a:gd name="T14" fmla="*/ 2147483646 w 5143"/>
              <a:gd name="T15" fmla="*/ 120967500 h 1902"/>
              <a:gd name="T16" fmla="*/ 1882557628 w 5143"/>
              <a:gd name="T17" fmla="*/ 75604688 h 1902"/>
              <a:gd name="T18" fmla="*/ 1262599152 w 5143"/>
              <a:gd name="T19" fmla="*/ 37803138 h 1902"/>
              <a:gd name="T20" fmla="*/ 619958475 w 5143"/>
              <a:gd name="T21" fmla="*/ 7561263 h 1902"/>
              <a:gd name="T22" fmla="*/ 0 w 5143"/>
              <a:gd name="T23" fmla="*/ 0 h 1902"/>
              <a:gd name="T24" fmla="*/ 0 w 5143"/>
              <a:gd name="T25" fmla="*/ 693043763 h 1902"/>
              <a:gd name="T26" fmla="*/ 0 w 5143"/>
              <a:gd name="T27" fmla="*/ 869454700 h 1902"/>
              <a:gd name="T28" fmla="*/ 0 w 5143"/>
              <a:gd name="T29" fmla="*/ 693043763 h 1902"/>
              <a:gd name="T30" fmla="*/ 0 w 5143"/>
              <a:gd name="T31" fmla="*/ 861893438 h 1902"/>
              <a:gd name="T32" fmla="*/ 854333815 w 5143"/>
              <a:gd name="T33" fmla="*/ 884575638 h 1902"/>
              <a:gd name="T34" fmla="*/ 1527214781 w 5143"/>
              <a:gd name="T35" fmla="*/ 937498125 h 1902"/>
              <a:gd name="T36" fmla="*/ 2147173256 w 5143"/>
              <a:gd name="T37" fmla="*/ 1005543138 h 1902"/>
              <a:gd name="T38" fmla="*/ 2147483646 w 5143"/>
              <a:gd name="T39" fmla="*/ 1096268763 h 1902"/>
              <a:gd name="T40" fmla="*/ 2147483646 w 5143"/>
              <a:gd name="T41" fmla="*/ 1194554063 h 1902"/>
              <a:gd name="T42" fmla="*/ 2147483646 w 5143"/>
              <a:gd name="T43" fmla="*/ 1360884375 h 1902"/>
              <a:gd name="T44" fmla="*/ 2147483646 w 5143"/>
              <a:gd name="T45" fmla="*/ 1519655013 h 1902"/>
              <a:gd name="T46" fmla="*/ 2147483646 w 5143"/>
              <a:gd name="T47" fmla="*/ 1708665938 h 1902"/>
              <a:gd name="T48" fmla="*/ 2147483646 w 5143"/>
              <a:gd name="T49" fmla="*/ 1882557513 h 1902"/>
              <a:gd name="T50" fmla="*/ 2147483646 w 5143"/>
              <a:gd name="T51" fmla="*/ 2147173125 h 1902"/>
              <a:gd name="T52" fmla="*/ 2147483646 w 5143"/>
              <a:gd name="T53" fmla="*/ 2147483646 h 1902"/>
              <a:gd name="T54" fmla="*/ 2147483646 w 5143"/>
              <a:gd name="T55" fmla="*/ 2147483646 h 1902"/>
              <a:gd name="T56" fmla="*/ 2147483646 w 5143"/>
              <a:gd name="T57" fmla="*/ 2147483646 h 1902"/>
              <a:gd name="T58" fmla="*/ 2147483646 w 5143"/>
              <a:gd name="T59" fmla="*/ 2147483646 h 1902"/>
              <a:gd name="T60" fmla="*/ 2147483646 w 5143"/>
              <a:gd name="T61" fmla="*/ 2147483646 h 1902"/>
              <a:gd name="T62" fmla="*/ 2147483646 w 5143"/>
              <a:gd name="T63" fmla="*/ 2147483646 h 1902"/>
              <a:gd name="T64" fmla="*/ 2147483646 w 5143"/>
              <a:gd name="T65" fmla="*/ 2147483646 h 1902"/>
              <a:gd name="T66" fmla="*/ 2147483646 w 5143"/>
              <a:gd name="T67" fmla="*/ 2147483646 h 1902"/>
              <a:gd name="T68" fmla="*/ 2147483646 w 5143"/>
              <a:gd name="T69" fmla="*/ 2147483646 h 1902"/>
              <a:gd name="T70" fmla="*/ 2147483646 w 5143"/>
              <a:gd name="T71" fmla="*/ 2147483646 h 1902"/>
              <a:gd name="T72" fmla="*/ 2147483646 w 5143"/>
              <a:gd name="T73" fmla="*/ 2147483646 h 1902"/>
              <a:gd name="T74" fmla="*/ 2147483646 w 5143"/>
              <a:gd name="T75" fmla="*/ 2147483646 h 1902"/>
              <a:gd name="T76" fmla="*/ 2147483646 w 5143"/>
              <a:gd name="T77" fmla="*/ 2147483646 h 1902"/>
              <a:gd name="T78" fmla="*/ 2147483646 w 5143"/>
              <a:gd name="T79" fmla="*/ 2147483646 h 1902"/>
              <a:gd name="T80" fmla="*/ 2147483646 w 5143"/>
              <a:gd name="T81" fmla="*/ 2147483646 h 1902"/>
              <a:gd name="T82" fmla="*/ 2147483646 w 5143"/>
              <a:gd name="T83" fmla="*/ 2147483646 h 1902"/>
              <a:gd name="T84" fmla="*/ 2147483646 w 5143"/>
              <a:gd name="T85" fmla="*/ 2018645950 h 1902"/>
              <a:gd name="T86" fmla="*/ 2147483646 w 5143"/>
              <a:gd name="T87" fmla="*/ 1769149688 h 1902"/>
              <a:gd name="T88" fmla="*/ 2147483646 w 5143"/>
              <a:gd name="T89" fmla="*/ 1481851875 h 1902"/>
              <a:gd name="T90" fmla="*/ 2147483646 w 5143"/>
              <a:gd name="T91" fmla="*/ 1232357200 h 1902"/>
              <a:gd name="T92" fmla="*/ 2147483646 w 5143"/>
              <a:gd name="T93" fmla="*/ 1020664075 h 1902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5143" h="1902">
                <a:moveTo>
                  <a:pt x="2718" y="405"/>
                </a:moveTo>
                <a:lnTo>
                  <a:pt x="2466" y="333"/>
                </a:lnTo>
                <a:lnTo>
                  <a:pt x="2202" y="261"/>
                </a:lnTo>
                <a:lnTo>
                  <a:pt x="1929" y="198"/>
                </a:lnTo>
                <a:lnTo>
                  <a:pt x="1695" y="153"/>
                </a:lnTo>
                <a:lnTo>
                  <a:pt x="1434" y="111"/>
                </a:lnTo>
                <a:lnTo>
                  <a:pt x="1188" y="75"/>
                </a:lnTo>
                <a:lnTo>
                  <a:pt x="957" y="48"/>
                </a:lnTo>
                <a:lnTo>
                  <a:pt x="747" y="30"/>
                </a:lnTo>
                <a:lnTo>
                  <a:pt x="501" y="15"/>
                </a:lnTo>
                <a:lnTo>
                  <a:pt x="246" y="3"/>
                </a:lnTo>
                <a:lnTo>
                  <a:pt x="0" y="0"/>
                </a:lnTo>
                <a:lnTo>
                  <a:pt x="0" y="275"/>
                </a:lnTo>
                <a:lnTo>
                  <a:pt x="0" y="345"/>
                </a:lnTo>
                <a:lnTo>
                  <a:pt x="0" y="275"/>
                </a:lnTo>
                <a:lnTo>
                  <a:pt x="0" y="342"/>
                </a:lnTo>
                <a:lnTo>
                  <a:pt x="339" y="351"/>
                </a:lnTo>
                <a:lnTo>
                  <a:pt x="606" y="372"/>
                </a:lnTo>
                <a:lnTo>
                  <a:pt x="852" y="399"/>
                </a:lnTo>
                <a:lnTo>
                  <a:pt x="1068" y="435"/>
                </a:lnTo>
                <a:lnTo>
                  <a:pt x="1275" y="474"/>
                </a:lnTo>
                <a:lnTo>
                  <a:pt x="1545" y="540"/>
                </a:lnTo>
                <a:lnTo>
                  <a:pt x="1761" y="603"/>
                </a:lnTo>
                <a:lnTo>
                  <a:pt x="1971" y="678"/>
                </a:lnTo>
                <a:lnTo>
                  <a:pt x="2166" y="747"/>
                </a:lnTo>
                <a:lnTo>
                  <a:pt x="2397" y="852"/>
                </a:lnTo>
                <a:lnTo>
                  <a:pt x="2613" y="960"/>
                </a:lnTo>
                <a:lnTo>
                  <a:pt x="2832" y="1095"/>
                </a:lnTo>
                <a:lnTo>
                  <a:pt x="3012" y="1212"/>
                </a:lnTo>
                <a:lnTo>
                  <a:pt x="3186" y="1347"/>
                </a:lnTo>
                <a:lnTo>
                  <a:pt x="3351" y="1497"/>
                </a:lnTo>
                <a:lnTo>
                  <a:pt x="3480" y="1629"/>
                </a:lnTo>
                <a:lnTo>
                  <a:pt x="3612" y="1785"/>
                </a:lnTo>
                <a:lnTo>
                  <a:pt x="3699" y="1901"/>
                </a:lnTo>
                <a:lnTo>
                  <a:pt x="5142" y="1901"/>
                </a:lnTo>
                <a:lnTo>
                  <a:pt x="5076" y="1827"/>
                </a:lnTo>
                <a:lnTo>
                  <a:pt x="4968" y="1707"/>
                </a:lnTo>
                <a:lnTo>
                  <a:pt x="4797" y="1539"/>
                </a:lnTo>
                <a:lnTo>
                  <a:pt x="4617" y="1383"/>
                </a:lnTo>
                <a:lnTo>
                  <a:pt x="4410" y="1221"/>
                </a:lnTo>
                <a:lnTo>
                  <a:pt x="4185" y="1071"/>
                </a:lnTo>
                <a:lnTo>
                  <a:pt x="3960" y="939"/>
                </a:lnTo>
                <a:lnTo>
                  <a:pt x="3708" y="801"/>
                </a:lnTo>
                <a:lnTo>
                  <a:pt x="3492" y="702"/>
                </a:lnTo>
                <a:lnTo>
                  <a:pt x="3231" y="588"/>
                </a:lnTo>
                <a:lnTo>
                  <a:pt x="2964" y="489"/>
                </a:lnTo>
                <a:lnTo>
                  <a:pt x="2718" y="405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BFA1B93-6315-5DE1-A9FC-372470A423E0}"/>
              </a:ext>
            </a:extLst>
          </p:cNvPr>
          <p:cNvSpPr>
            <a:spLocks/>
          </p:cNvSpPr>
          <p:nvPr/>
        </p:nvSpPr>
        <p:spPr bwMode="white">
          <a:xfrm>
            <a:off x="0" y="3146425"/>
            <a:ext cx="9144000" cy="3690938"/>
          </a:xfrm>
          <a:custGeom>
            <a:avLst/>
            <a:gdLst>
              <a:gd name="T0" fmla="*/ 0 w 5760"/>
              <a:gd name="T1" fmla="*/ 0 h 2325"/>
              <a:gd name="T2" fmla="*/ 0 w 5760"/>
              <a:gd name="T3" fmla="*/ 854333878 h 2325"/>
              <a:gd name="T4" fmla="*/ 1406247188 w 5760"/>
              <a:gd name="T5" fmla="*/ 899696697 h 2325"/>
              <a:gd name="T6" fmla="*/ 2033766888 w 5760"/>
              <a:gd name="T7" fmla="*/ 945059516 h 2325"/>
              <a:gd name="T8" fmla="*/ 2147483646 w 5760"/>
              <a:gd name="T9" fmla="*/ 1005543274 h 2325"/>
              <a:gd name="T10" fmla="*/ 2147483646 w 5760"/>
              <a:gd name="T11" fmla="*/ 1073586708 h 2325"/>
              <a:gd name="T12" fmla="*/ 2147483646 w 5760"/>
              <a:gd name="T13" fmla="*/ 1171873609 h 2325"/>
              <a:gd name="T14" fmla="*/ 2147483646 w 5760"/>
              <a:gd name="T15" fmla="*/ 1285279862 h 2325"/>
              <a:gd name="T16" fmla="*/ 2147483646 w 5760"/>
              <a:gd name="T17" fmla="*/ 1436489257 h 2325"/>
              <a:gd name="T18" fmla="*/ 2147483646 w 5760"/>
              <a:gd name="T19" fmla="*/ 1587698653 h 2325"/>
              <a:gd name="T20" fmla="*/ 2147483646 w 5760"/>
              <a:gd name="T21" fmla="*/ 1731348372 h 2325"/>
              <a:gd name="T22" fmla="*/ 2147483646 w 5760"/>
              <a:gd name="T23" fmla="*/ 1912799647 h 2325"/>
              <a:gd name="T24" fmla="*/ 2147483646 w 5760"/>
              <a:gd name="T25" fmla="*/ 2109371861 h 2325"/>
              <a:gd name="T26" fmla="*/ 2147483646 w 5760"/>
              <a:gd name="T27" fmla="*/ 2147483646 h 2325"/>
              <a:gd name="T28" fmla="*/ 2147483646 w 5760"/>
              <a:gd name="T29" fmla="*/ 2147483646 h 2325"/>
              <a:gd name="T30" fmla="*/ 2147483646 w 5760"/>
              <a:gd name="T31" fmla="*/ 2147483646 h 2325"/>
              <a:gd name="T32" fmla="*/ 2147483646 w 5760"/>
              <a:gd name="T33" fmla="*/ 2147483646 h 2325"/>
              <a:gd name="T34" fmla="*/ 2147483646 w 5760"/>
              <a:gd name="T35" fmla="*/ 2147483646 h 2325"/>
              <a:gd name="T36" fmla="*/ 2147483646 w 5760"/>
              <a:gd name="T37" fmla="*/ 2147483646 h 2325"/>
              <a:gd name="T38" fmla="*/ 2147483646 w 5760"/>
              <a:gd name="T39" fmla="*/ 2147483646 h 2325"/>
              <a:gd name="T40" fmla="*/ 2147483646 w 5760"/>
              <a:gd name="T41" fmla="*/ 2147483646 h 2325"/>
              <a:gd name="T42" fmla="*/ 2147483646 w 5760"/>
              <a:gd name="T43" fmla="*/ 2147483646 h 2325"/>
              <a:gd name="T44" fmla="*/ 2147483646 w 5760"/>
              <a:gd name="T45" fmla="*/ 2147483646 h 2325"/>
              <a:gd name="T46" fmla="*/ 2147483646 w 5760"/>
              <a:gd name="T47" fmla="*/ 2147483646 h 2325"/>
              <a:gd name="T48" fmla="*/ 2147483646 w 5760"/>
              <a:gd name="T49" fmla="*/ 2147483646 h 2325"/>
              <a:gd name="T50" fmla="*/ 2147483646 w 5760"/>
              <a:gd name="T51" fmla="*/ 2147483646 h 2325"/>
              <a:gd name="T52" fmla="*/ 2147483646 w 5760"/>
              <a:gd name="T53" fmla="*/ 2147483646 h 2325"/>
              <a:gd name="T54" fmla="*/ 2147483646 w 5760"/>
              <a:gd name="T55" fmla="*/ 2147483646 h 2325"/>
              <a:gd name="T56" fmla="*/ 2147483646 w 5760"/>
              <a:gd name="T57" fmla="*/ 2147483646 h 2325"/>
              <a:gd name="T58" fmla="*/ 2147483646 w 5760"/>
              <a:gd name="T59" fmla="*/ 2147483646 h 2325"/>
              <a:gd name="T60" fmla="*/ 2147483646 w 5760"/>
              <a:gd name="T61" fmla="*/ 2109371861 h 2325"/>
              <a:gd name="T62" fmla="*/ 2147483646 w 5760"/>
              <a:gd name="T63" fmla="*/ 1943041526 h 2325"/>
              <a:gd name="T64" fmla="*/ 2147483646 w 5760"/>
              <a:gd name="T65" fmla="*/ 1791832130 h 2325"/>
              <a:gd name="T66" fmla="*/ 2147483646 w 5760"/>
              <a:gd name="T67" fmla="*/ 1640622735 h 2325"/>
              <a:gd name="T68" fmla="*/ 2147483646 w 5760"/>
              <a:gd name="T69" fmla="*/ 1512093955 h 2325"/>
              <a:gd name="T70" fmla="*/ 2147483646 w 5760"/>
              <a:gd name="T71" fmla="*/ 1391126438 h 2325"/>
              <a:gd name="T72" fmla="*/ 2147483646 w 5760"/>
              <a:gd name="T73" fmla="*/ 1217236427 h 2325"/>
              <a:gd name="T74" fmla="*/ 2147483646 w 5760"/>
              <a:gd name="T75" fmla="*/ 1066027032 h 2325"/>
              <a:gd name="T76" fmla="*/ 2147483646 w 5760"/>
              <a:gd name="T77" fmla="*/ 945059516 h 2325"/>
              <a:gd name="T78" fmla="*/ 2147483646 w 5760"/>
              <a:gd name="T79" fmla="*/ 786288857 h 2325"/>
              <a:gd name="T80" fmla="*/ 2147483646 w 5760"/>
              <a:gd name="T81" fmla="*/ 657761664 h 2325"/>
              <a:gd name="T82" fmla="*/ 2147483646 w 5760"/>
              <a:gd name="T83" fmla="*/ 536794148 h 2325"/>
              <a:gd name="T84" fmla="*/ 2147483646 w 5760"/>
              <a:gd name="T85" fmla="*/ 430947571 h 2325"/>
              <a:gd name="T86" fmla="*/ 2147483646 w 5760"/>
              <a:gd name="T87" fmla="*/ 347781610 h 2325"/>
              <a:gd name="T88" fmla="*/ 2147483646 w 5760"/>
              <a:gd name="T89" fmla="*/ 272176912 h 2325"/>
              <a:gd name="T90" fmla="*/ 2147483646 w 5760"/>
              <a:gd name="T91" fmla="*/ 204133478 h 2325"/>
              <a:gd name="T92" fmla="*/ 2147483646 w 5760"/>
              <a:gd name="T93" fmla="*/ 151209395 h 2325"/>
              <a:gd name="T94" fmla="*/ 2147483646 w 5760"/>
              <a:gd name="T95" fmla="*/ 90725637 h 2325"/>
              <a:gd name="T96" fmla="*/ 2086689375 w 5760"/>
              <a:gd name="T97" fmla="*/ 52924082 h 2325"/>
              <a:gd name="T98" fmla="*/ 1406247188 w 5760"/>
              <a:gd name="T99" fmla="*/ 30241879 h 2325"/>
              <a:gd name="T100" fmla="*/ 710684063 w 5760"/>
              <a:gd name="T101" fmla="*/ 7561264 h 2325"/>
              <a:gd name="T102" fmla="*/ 0 w 5760"/>
              <a:gd name="T103" fmla="*/ 0 h 232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760" h="2325">
                <a:moveTo>
                  <a:pt x="0" y="0"/>
                </a:moveTo>
                <a:lnTo>
                  <a:pt x="0" y="339"/>
                </a:lnTo>
                <a:lnTo>
                  <a:pt x="558" y="357"/>
                </a:lnTo>
                <a:lnTo>
                  <a:pt x="807" y="375"/>
                </a:lnTo>
                <a:lnTo>
                  <a:pt x="1056" y="399"/>
                </a:lnTo>
                <a:lnTo>
                  <a:pt x="1272" y="426"/>
                </a:lnTo>
                <a:lnTo>
                  <a:pt x="1539" y="465"/>
                </a:lnTo>
                <a:lnTo>
                  <a:pt x="1791" y="510"/>
                </a:lnTo>
                <a:lnTo>
                  <a:pt x="2076" y="570"/>
                </a:lnTo>
                <a:lnTo>
                  <a:pt x="2334" y="630"/>
                </a:lnTo>
                <a:lnTo>
                  <a:pt x="2544" y="687"/>
                </a:lnTo>
                <a:lnTo>
                  <a:pt x="2775" y="759"/>
                </a:lnTo>
                <a:lnTo>
                  <a:pt x="3003" y="837"/>
                </a:lnTo>
                <a:lnTo>
                  <a:pt x="3231" y="924"/>
                </a:lnTo>
                <a:lnTo>
                  <a:pt x="3438" y="1005"/>
                </a:lnTo>
                <a:lnTo>
                  <a:pt x="3663" y="1110"/>
                </a:lnTo>
                <a:lnTo>
                  <a:pt x="3903" y="1233"/>
                </a:lnTo>
                <a:lnTo>
                  <a:pt x="4149" y="1374"/>
                </a:lnTo>
                <a:lnTo>
                  <a:pt x="4353" y="1506"/>
                </a:lnTo>
                <a:lnTo>
                  <a:pt x="4491" y="1602"/>
                </a:lnTo>
                <a:lnTo>
                  <a:pt x="4668" y="1740"/>
                </a:lnTo>
                <a:lnTo>
                  <a:pt x="4824" y="1875"/>
                </a:lnTo>
                <a:lnTo>
                  <a:pt x="4968" y="2016"/>
                </a:lnTo>
                <a:lnTo>
                  <a:pt x="5100" y="2154"/>
                </a:lnTo>
                <a:lnTo>
                  <a:pt x="5238" y="2324"/>
                </a:lnTo>
                <a:lnTo>
                  <a:pt x="5759" y="2324"/>
                </a:lnTo>
                <a:lnTo>
                  <a:pt x="5759" y="1245"/>
                </a:lnTo>
                <a:lnTo>
                  <a:pt x="5580" y="1119"/>
                </a:lnTo>
                <a:lnTo>
                  <a:pt x="5400" y="1020"/>
                </a:lnTo>
                <a:lnTo>
                  <a:pt x="5205" y="918"/>
                </a:lnTo>
                <a:lnTo>
                  <a:pt x="5031" y="837"/>
                </a:lnTo>
                <a:lnTo>
                  <a:pt x="4866" y="771"/>
                </a:lnTo>
                <a:lnTo>
                  <a:pt x="4710" y="711"/>
                </a:lnTo>
                <a:lnTo>
                  <a:pt x="4545" y="651"/>
                </a:lnTo>
                <a:lnTo>
                  <a:pt x="4386" y="600"/>
                </a:lnTo>
                <a:lnTo>
                  <a:pt x="4248" y="552"/>
                </a:lnTo>
                <a:lnTo>
                  <a:pt x="3993" y="483"/>
                </a:lnTo>
                <a:lnTo>
                  <a:pt x="3777" y="423"/>
                </a:lnTo>
                <a:lnTo>
                  <a:pt x="3564" y="375"/>
                </a:lnTo>
                <a:lnTo>
                  <a:pt x="3282" y="312"/>
                </a:lnTo>
                <a:lnTo>
                  <a:pt x="3003" y="261"/>
                </a:lnTo>
                <a:lnTo>
                  <a:pt x="2733" y="213"/>
                </a:lnTo>
                <a:lnTo>
                  <a:pt x="2451" y="171"/>
                </a:lnTo>
                <a:lnTo>
                  <a:pt x="2211" y="138"/>
                </a:lnTo>
                <a:lnTo>
                  <a:pt x="1974" y="108"/>
                </a:lnTo>
                <a:lnTo>
                  <a:pt x="1665" y="81"/>
                </a:lnTo>
                <a:lnTo>
                  <a:pt x="1437" y="60"/>
                </a:lnTo>
                <a:lnTo>
                  <a:pt x="1125" y="36"/>
                </a:lnTo>
                <a:lnTo>
                  <a:pt x="828" y="21"/>
                </a:lnTo>
                <a:lnTo>
                  <a:pt x="558" y="12"/>
                </a:lnTo>
                <a:lnTo>
                  <a:pt x="282" y="3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4DF04AF-A110-B089-5291-5EC87CF18BEE}"/>
              </a:ext>
            </a:extLst>
          </p:cNvPr>
          <p:cNvSpPr>
            <a:spLocks/>
          </p:cNvSpPr>
          <p:nvPr/>
        </p:nvSpPr>
        <p:spPr bwMode="white">
          <a:xfrm>
            <a:off x="0" y="2460625"/>
            <a:ext cx="9144000" cy="2497138"/>
          </a:xfrm>
          <a:custGeom>
            <a:avLst/>
            <a:gdLst>
              <a:gd name="T0" fmla="*/ 0 w 5760"/>
              <a:gd name="T1" fmla="*/ 0 h 1573"/>
              <a:gd name="T2" fmla="*/ 0 w 5760"/>
              <a:gd name="T3" fmla="*/ 884575815 h 1573"/>
              <a:gd name="T4" fmla="*/ 710684063 w 5760"/>
              <a:gd name="T5" fmla="*/ 899696755 h 1573"/>
              <a:gd name="T6" fmla="*/ 1580138763 w 5760"/>
              <a:gd name="T7" fmla="*/ 914817696 h 1573"/>
              <a:gd name="T8" fmla="*/ 2147483646 w 5760"/>
              <a:gd name="T9" fmla="*/ 945059577 h 1573"/>
              <a:gd name="T10" fmla="*/ 2147483646 w 5760"/>
              <a:gd name="T11" fmla="*/ 990422398 h 1573"/>
              <a:gd name="T12" fmla="*/ 2147483646 w 5760"/>
              <a:gd name="T13" fmla="*/ 1035785220 h 1573"/>
              <a:gd name="T14" fmla="*/ 2147483646 w 5760"/>
              <a:gd name="T15" fmla="*/ 1096268982 h 1573"/>
              <a:gd name="T16" fmla="*/ 2147483646 w 5760"/>
              <a:gd name="T17" fmla="*/ 1164312421 h 1573"/>
              <a:gd name="T18" fmla="*/ 2147483646 w 5760"/>
              <a:gd name="T19" fmla="*/ 1270159004 h 1573"/>
              <a:gd name="T20" fmla="*/ 2147483646 w 5760"/>
              <a:gd name="T21" fmla="*/ 1383566852 h 1573"/>
              <a:gd name="T22" fmla="*/ 2147483646 w 5760"/>
              <a:gd name="T23" fmla="*/ 1504534376 h 1573"/>
              <a:gd name="T24" fmla="*/ 2147483646 w 5760"/>
              <a:gd name="T25" fmla="*/ 1633061577 h 1573"/>
              <a:gd name="T26" fmla="*/ 2147483646 w 5760"/>
              <a:gd name="T27" fmla="*/ 1784270982 h 1573"/>
              <a:gd name="T28" fmla="*/ 2147483646 w 5760"/>
              <a:gd name="T29" fmla="*/ 1890117566 h 1573"/>
              <a:gd name="T30" fmla="*/ 2147483646 w 5760"/>
              <a:gd name="T31" fmla="*/ 2041326971 h 1573"/>
              <a:gd name="T32" fmla="*/ 2147483646 w 5760"/>
              <a:gd name="T33" fmla="*/ 2147483646 h 1573"/>
              <a:gd name="T34" fmla="*/ 2147483646 w 5760"/>
              <a:gd name="T35" fmla="*/ 2147483646 h 1573"/>
              <a:gd name="T36" fmla="*/ 2147483646 w 5760"/>
              <a:gd name="T37" fmla="*/ 2147483646 h 1573"/>
              <a:gd name="T38" fmla="*/ 2147483646 w 5760"/>
              <a:gd name="T39" fmla="*/ 2147483646 h 1573"/>
              <a:gd name="T40" fmla="*/ 2147483646 w 5760"/>
              <a:gd name="T41" fmla="*/ 2147483646 h 1573"/>
              <a:gd name="T42" fmla="*/ 2147483646 w 5760"/>
              <a:gd name="T43" fmla="*/ 2147483646 h 1573"/>
              <a:gd name="T44" fmla="*/ 2147483646 w 5760"/>
              <a:gd name="T45" fmla="*/ 2147483646 h 1573"/>
              <a:gd name="T46" fmla="*/ 2147483646 w 5760"/>
              <a:gd name="T47" fmla="*/ 2147483646 h 1573"/>
              <a:gd name="T48" fmla="*/ 2147483646 w 5760"/>
              <a:gd name="T49" fmla="*/ 2147483646 h 1573"/>
              <a:gd name="T50" fmla="*/ 2147483646 w 5760"/>
              <a:gd name="T51" fmla="*/ 2147483646 h 1573"/>
              <a:gd name="T52" fmla="*/ 2147483646 w 5760"/>
              <a:gd name="T53" fmla="*/ 1595260019 h 1573"/>
              <a:gd name="T54" fmla="*/ 2147483646 w 5760"/>
              <a:gd name="T55" fmla="*/ 1436489350 h 1573"/>
              <a:gd name="T56" fmla="*/ 2147483646 w 5760"/>
              <a:gd name="T57" fmla="*/ 1262599328 h 1573"/>
              <a:gd name="T58" fmla="*/ 2147483646 w 5760"/>
              <a:gd name="T59" fmla="*/ 1118949599 h 1573"/>
              <a:gd name="T60" fmla="*/ 2147483646 w 5760"/>
              <a:gd name="T61" fmla="*/ 997982075 h 1573"/>
              <a:gd name="T62" fmla="*/ 2147483646 w 5760"/>
              <a:gd name="T63" fmla="*/ 877014551 h 1573"/>
              <a:gd name="T64" fmla="*/ 2147483646 w 5760"/>
              <a:gd name="T65" fmla="*/ 740926086 h 1573"/>
              <a:gd name="T66" fmla="*/ 2147483646 w 5760"/>
              <a:gd name="T67" fmla="*/ 635079502 h 1573"/>
              <a:gd name="T68" fmla="*/ 2147483646 w 5760"/>
              <a:gd name="T69" fmla="*/ 536794182 h 1573"/>
              <a:gd name="T70" fmla="*/ 2147483646 w 5760"/>
              <a:gd name="T71" fmla="*/ 461189480 h 1573"/>
              <a:gd name="T72" fmla="*/ 2147483646 w 5760"/>
              <a:gd name="T73" fmla="*/ 385584777 h 1573"/>
              <a:gd name="T74" fmla="*/ 2147483646 w 5760"/>
              <a:gd name="T75" fmla="*/ 325101015 h 1573"/>
              <a:gd name="T76" fmla="*/ 2147483646 w 5760"/>
              <a:gd name="T77" fmla="*/ 264617253 h 1573"/>
              <a:gd name="T78" fmla="*/ 2147483646 w 5760"/>
              <a:gd name="T79" fmla="*/ 219254431 h 1573"/>
              <a:gd name="T80" fmla="*/ 2147483646 w 5760"/>
              <a:gd name="T81" fmla="*/ 166330346 h 1573"/>
              <a:gd name="T82" fmla="*/ 2147483646 w 5760"/>
              <a:gd name="T83" fmla="*/ 120967524 h 1573"/>
              <a:gd name="T84" fmla="*/ 2147483646 w 5760"/>
              <a:gd name="T85" fmla="*/ 98286907 h 1573"/>
              <a:gd name="T86" fmla="*/ 2147483646 w 5760"/>
              <a:gd name="T87" fmla="*/ 68045026 h 1573"/>
              <a:gd name="T88" fmla="*/ 2147483646 w 5760"/>
              <a:gd name="T89" fmla="*/ 37803145 h 1573"/>
              <a:gd name="T90" fmla="*/ 1799391563 w 5760"/>
              <a:gd name="T91" fmla="*/ 30241881 h 1573"/>
              <a:gd name="T92" fmla="*/ 1285279688 w 5760"/>
              <a:gd name="T93" fmla="*/ 15120941 h 1573"/>
              <a:gd name="T94" fmla="*/ 612398763 w 5760"/>
              <a:gd name="T95" fmla="*/ 0 h 1573"/>
              <a:gd name="T96" fmla="*/ 0 w 5760"/>
              <a:gd name="T97" fmla="*/ 0 h 157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760" h="1573">
                <a:moveTo>
                  <a:pt x="0" y="0"/>
                </a:moveTo>
                <a:lnTo>
                  <a:pt x="0" y="351"/>
                </a:lnTo>
                <a:lnTo>
                  <a:pt x="282" y="357"/>
                </a:lnTo>
                <a:lnTo>
                  <a:pt x="627" y="363"/>
                </a:lnTo>
                <a:lnTo>
                  <a:pt x="960" y="375"/>
                </a:lnTo>
                <a:lnTo>
                  <a:pt x="1218" y="393"/>
                </a:lnTo>
                <a:lnTo>
                  <a:pt x="1470" y="411"/>
                </a:lnTo>
                <a:lnTo>
                  <a:pt x="1746" y="435"/>
                </a:lnTo>
                <a:lnTo>
                  <a:pt x="2022" y="462"/>
                </a:lnTo>
                <a:lnTo>
                  <a:pt x="2340" y="504"/>
                </a:lnTo>
                <a:lnTo>
                  <a:pt x="2664" y="549"/>
                </a:lnTo>
                <a:lnTo>
                  <a:pt x="2952" y="597"/>
                </a:lnTo>
                <a:lnTo>
                  <a:pt x="3225" y="648"/>
                </a:lnTo>
                <a:lnTo>
                  <a:pt x="3513" y="708"/>
                </a:lnTo>
                <a:lnTo>
                  <a:pt x="3693" y="750"/>
                </a:lnTo>
                <a:lnTo>
                  <a:pt x="3936" y="810"/>
                </a:lnTo>
                <a:lnTo>
                  <a:pt x="4095" y="855"/>
                </a:lnTo>
                <a:lnTo>
                  <a:pt x="4281" y="909"/>
                </a:lnTo>
                <a:lnTo>
                  <a:pt x="4503" y="981"/>
                </a:lnTo>
                <a:lnTo>
                  <a:pt x="4704" y="1053"/>
                </a:lnTo>
                <a:lnTo>
                  <a:pt x="4911" y="1131"/>
                </a:lnTo>
                <a:lnTo>
                  <a:pt x="5073" y="1197"/>
                </a:lnTo>
                <a:lnTo>
                  <a:pt x="5256" y="1281"/>
                </a:lnTo>
                <a:lnTo>
                  <a:pt x="5475" y="1401"/>
                </a:lnTo>
                <a:lnTo>
                  <a:pt x="5628" y="1482"/>
                </a:lnTo>
                <a:lnTo>
                  <a:pt x="5759" y="1572"/>
                </a:lnTo>
                <a:lnTo>
                  <a:pt x="5759" y="633"/>
                </a:lnTo>
                <a:lnTo>
                  <a:pt x="5493" y="570"/>
                </a:lnTo>
                <a:lnTo>
                  <a:pt x="5214" y="501"/>
                </a:lnTo>
                <a:lnTo>
                  <a:pt x="4950" y="444"/>
                </a:lnTo>
                <a:lnTo>
                  <a:pt x="4701" y="396"/>
                </a:lnTo>
                <a:lnTo>
                  <a:pt x="4425" y="348"/>
                </a:lnTo>
                <a:lnTo>
                  <a:pt x="4110" y="294"/>
                </a:lnTo>
                <a:lnTo>
                  <a:pt x="3813" y="252"/>
                </a:lnTo>
                <a:lnTo>
                  <a:pt x="3549" y="213"/>
                </a:lnTo>
                <a:lnTo>
                  <a:pt x="3261" y="183"/>
                </a:lnTo>
                <a:lnTo>
                  <a:pt x="3015" y="153"/>
                </a:lnTo>
                <a:lnTo>
                  <a:pt x="2757" y="129"/>
                </a:lnTo>
                <a:lnTo>
                  <a:pt x="2520" y="105"/>
                </a:lnTo>
                <a:lnTo>
                  <a:pt x="2301" y="87"/>
                </a:lnTo>
                <a:lnTo>
                  <a:pt x="2013" y="66"/>
                </a:lnTo>
                <a:lnTo>
                  <a:pt x="1731" y="48"/>
                </a:lnTo>
                <a:lnTo>
                  <a:pt x="1524" y="39"/>
                </a:lnTo>
                <a:lnTo>
                  <a:pt x="1260" y="27"/>
                </a:lnTo>
                <a:lnTo>
                  <a:pt x="966" y="15"/>
                </a:lnTo>
                <a:lnTo>
                  <a:pt x="714" y="12"/>
                </a:lnTo>
                <a:lnTo>
                  <a:pt x="510" y="6"/>
                </a:lnTo>
                <a:lnTo>
                  <a:pt x="24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68D7B9-A6E8-E549-A1DD-C0DFBE4A6327}"/>
              </a:ext>
            </a:extLst>
          </p:cNvPr>
          <p:cNvSpPr>
            <a:spLocks/>
          </p:cNvSpPr>
          <p:nvPr/>
        </p:nvSpPr>
        <p:spPr bwMode="white">
          <a:xfrm>
            <a:off x="0" y="1793875"/>
            <a:ext cx="9144000" cy="1539875"/>
          </a:xfrm>
          <a:custGeom>
            <a:avLst/>
            <a:gdLst>
              <a:gd name="T0" fmla="*/ 0 w 5760"/>
              <a:gd name="T1" fmla="*/ 0 h 970"/>
              <a:gd name="T2" fmla="*/ 0 w 5760"/>
              <a:gd name="T3" fmla="*/ 854333763 h 970"/>
              <a:gd name="T4" fmla="*/ 801409688 w 5760"/>
              <a:gd name="T5" fmla="*/ 861893438 h 970"/>
              <a:gd name="T6" fmla="*/ 1489413138 w 5760"/>
              <a:gd name="T7" fmla="*/ 877014375 h 970"/>
              <a:gd name="T8" fmla="*/ 2132052188 w 5760"/>
              <a:gd name="T9" fmla="*/ 892135313 h 970"/>
              <a:gd name="T10" fmla="*/ 2147483646 w 5760"/>
              <a:gd name="T11" fmla="*/ 907256250 h 970"/>
              <a:gd name="T12" fmla="*/ 2147483646 w 5760"/>
              <a:gd name="T13" fmla="*/ 922377188 h 970"/>
              <a:gd name="T14" fmla="*/ 2147483646 w 5760"/>
              <a:gd name="T15" fmla="*/ 960180325 h 970"/>
              <a:gd name="T16" fmla="*/ 2147483646 w 5760"/>
              <a:gd name="T17" fmla="*/ 1005543138 h 970"/>
              <a:gd name="T18" fmla="*/ 2147483646 w 5760"/>
              <a:gd name="T19" fmla="*/ 1058465625 h 970"/>
              <a:gd name="T20" fmla="*/ 2147483646 w 5760"/>
              <a:gd name="T21" fmla="*/ 1141631575 h 970"/>
              <a:gd name="T22" fmla="*/ 2147483646 w 5760"/>
              <a:gd name="T23" fmla="*/ 1202115325 h 970"/>
              <a:gd name="T24" fmla="*/ 2147483646 w 5760"/>
              <a:gd name="T25" fmla="*/ 1277720013 h 970"/>
              <a:gd name="T26" fmla="*/ 2147483646 w 5760"/>
              <a:gd name="T27" fmla="*/ 1368445638 h 970"/>
              <a:gd name="T28" fmla="*/ 2147483646 w 5760"/>
              <a:gd name="T29" fmla="*/ 1474292200 h 970"/>
              <a:gd name="T30" fmla="*/ 2147483646 w 5760"/>
              <a:gd name="T31" fmla="*/ 1557456563 h 970"/>
              <a:gd name="T32" fmla="*/ 2147483646 w 5760"/>
              <a:gd name="T33" fmla="*/ 1685985325 h 970"/>
              <a:gd name="T34" fmla="*/ 2147483646 w 5760"/>
              <a:gd name="T35" fmla="*/ 1829633438 h 970"/>
              <a:gd name="T36" fmla="*/ 2147483646 w 5760"/>
              <a:gd name="T37" fmla="*/ 1980842813 h 970"/>
              <a:gd name="T38" fmla="*/ 2147483646 w 5760"/>
              <a:gd name="T39" fmla="*/ 2132052188 h 970"/>
              <a:gd name="T40" fmla="*/ 2147483646 w 5760"/>
              <a:gd name="T41" fmla="*/ 2147483646 h 970"/>
              <a:gd name="T42" fmla="*/ 2147483646 w 5760"/>
              <a:gd name="T43" fmla="*/ 2147483646 h 970"/>
              <a:gd name="T44" fmla="*/ 2147483646 w 5760"/>
              <a:gd name="T45" fmla="*/ 0 h 970"/>
              <a:gd name="T46" fmla="*/ 0 w 5760"/>
              <a:gd name="T47" fmla="*/ 0 h 97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5760" h="970">
                <a:moveTo>
                  <a:pt x="0" y="0"/>
                </a:moveTo>
                <a:lnTo>
                  <a:pt x="0" y="339"/>
                </a:lnTo>
                <a:lnTo>
                  <a:pt x="318" y="342"/>
                </a:lnTo>
                <a:lnTo>
                  <a:pt x="591" y="348"/>
                </a:lnTo>
                <a:lnTo>
                  <a:pt x="846" y="354"/>
                </a:lnTo>
                <a:lnTo>
                  <a:pt x="1074" y="360"/>
                </a:lnTo>
                <a:lnTo>
                  <a:pt x="1314" y="366"/>
                </a:lnTo>
                <a:lnTo>
                  <a:pt x="1599" y="381"/>
                </a:lnTo>
                <a:lnTo>
                  <a:pt x="1911" y="399"/>
                </a:lnTo>
                <a:lnTo>
                  <a:pt x="2241" y="420"/>
                </a:lnTo>
                <a:lnTo>
                  <a:pt x="2619" y="453"/>
                </a:lnTo>
                <a:lnTo>
                  <a:pt x="2889" y="477"/>
                </a:lnTo>
                <a:lnTo>
                  <a:pt x="3177" y="507"/>
                </a:lnTo>
                <a:lnTo>
                  <a:pt x="3498" y="543"/>
                </a:lnTo>
                <a:lnTo>
                  <a:pt x="3813" y="585"/>
                </a:lnTo>
                <a:lnTo>
                  <a:pt x="4044" y="618"/>
                </a:lnTo>
                <a:lnTo>
                  <a:pt x="4365" y="669"/>
                </a:lnTo>
                <a:lnTo>
                  <a:pt x="4683" y="726"/>
                </a:lnTo>
                <a:lnTo>
                  <a:pt x="4980" y="786"/>
                </a:lnTo>
                <a:lnTo>
                  <a:pt x="5268" y="846"/>
                </a:lnTo>
                <a:lnTo>
                  <a:pt x="5646" y="942"/>
                </a:lnTo>
                <a:lnTo>
                  <a:pt x="5759" y="969"/>
                </a:lnTo>
                <a:lnTo>
                  <a:pt x="5759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B4C94B2-F96C-E86A-B83C-BC071841015E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9144000" cy="1682751"/>
          </a:xfrm>
          <a:custGeom>
            <a:avLst/>
            <a:gdLst>
              <a:gd name="T0" fmla="*/ 0 w 5760"/>
              <a:gd name="T1" fmla="*/ 1897679578 h 1060"/>
              <a:gd name="T2" fmla="*/ 0 w 5760"/>
              <a:gd name="T3" fmla="*/ 2147483646 h 1060"/>
              <a:gd name="T4" fmla="*/ 2147483646 w 5760"/>
              <a:gd name="T5" fmla="*/ 2147483646 h 1060"/>
              <a:gd name="T6" fmla="*/ 2147483646 w 5760"/>
              <a:gd name="T7" fmla="*/ 0 h 1060"/>
              <a:gd name="T8" fmla="*/ 2147483646 w 5760"/>
              <a:gd name="T9" fmla="*/ 0 h 1060"/>
              <a:gd name="T10" fmla="*/ 2147483646 w 5760"/>
              <a:gd name="T11" fmla="*/ 211693251 h 1060"/>
              <a:gd name="T12" fmla="*/ 2147483646 w 5760"/>
              <a:gd name="T13" fmla="*/ 400705876 h 1060"/>
              <a:gd name="T14" fmla="*/ 2147483646 w 5760"/>
              <a:gd name="T15" fmla="*/ 559475020 h 1060"/>
              <a:gd name="T16" fmla="*/ 2147483646 w 5760"/>
              <a:gd name="T17" fmla="*/ 672882912 h 1060"/>
              <a:gd name="T18" fmla="*/ 2147483646 w 5760"/>
              <a:gd name="T19" fmla="*/ 816531110 h 1060"/>
              <a:gd name="T20" fmla="*/ 2147483646 w 5760"/>
              <a:gd name="T21" fmla="*/ 922377736 h 1060"/>
              <a:gd name="T22" fmla="*/ 2147483646 w 5760"/>
              <a:gd name="T23" fmla="*/ 1043345308 h 1060"/>
              <a:gd name="T24" fmla="*/ 2147483646 w 5760"/>
              <a:gd name="T25" fmla="*/ 1179433826 h 1060"/>
              <a:gd name="T26" fmla="*/ 2147483646 w 5760"/>
              <a:gd name="T27" fmla="*/ 1270159505 h 1060"/>
              <a:gd name="T28" fmla="*/ 2147483646 w 5760"/>
              <a:gd name="T29" fmla="*/ 1368446451 h 1060"/>
              <a:gd name="T30" fmla="*/ 2147483646 w 5760"/>
              <a:gd name="T31" fmla="*/ 1459172130 h 1060"/>
              <a:gd name="T32" fmla="*/ 2147483646 w 5760"/>
              <a:gd name="T33" fmla="*/ 1527217183 h 1060"/>
              <a:gd name="T34" fmla="*/ 2147483646 w 5760"/>
              <a:gd name="T35" fmla="*/ 1595260648 h 1060"/>
              <a:gd name="T36" fmla="*/ 2147483646 w 5760"/>
              <a:gd name="T37" fmla="*/ 1648184754 h 1060"/>
              <a:gd name="T38" fmla="*/ 2147483646 w 5760"/>
              <a:gd name="T39" fmla="*/ 1701107273 h 1060"/>
              <a:gd name="T40" fmla="*/ 2147483646 w 5760"/>
              <a:gd name="T41" fmla="*/ 1746470113 h 1060"/>
              <a:gd name="T42" fmla="*/ 2147483646 w 5760"/>
              <a:gd name="T43" fmla="*/ 1784273273 h 1060"/>
              <a:gd name="T44" fmla="*/ 2147483646 w 5760"/>
              <a:gd name="T45" fmla="*/ 1814515166 h 1060"/>
              <a:gd name="T46" fmla="*/ 2147483646 w 5760"/>
              <a:gd name="T47" fmla="*/ 1844757059 h 1060"/>
              <a:gd name="T48" fmla="*/ 2147483646 w 5760"/>
              <a:gd name="T49" fmla="*/ 1859878005 h 1060"/>
              <a:gd name="T50" fmla="*/ 1345763438 w 5760"/>
              <a:gd name="T51" fmla="*/ 1882558631 h 1060"/>
              <a:gd name="T52" fmla="*/ 506552200 w 5760"/>
              <a:gd name="T53" fmla="*/ 1897679578 h 1060"/>
              <a:gd name="T54" fmla="*/ 0 w 5760"/>
              <a:gd name="T55" fmla="*/ 1897679578 h 106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760" h="1060">
                <a:moveTo>
                  <a:pt x="0" y="753"/>
                </a:moveTo>
                <a:lnTo>
                  <a:pt x="0" y="1059"/>
                </a:lnTo>
                <a:lnTo>
                  <a:pt x="5759" y="1059"/>
                </a:lnTo>
                <a:lnTo>
                  <a:pt x="5759" y="0"/>
                </a:lnTo>
                <a:lnTo>
                  <a:pt x="5430" y="0"/>
                </a:lnTo>
                <a:lnTo>
                  <a:pt x="5298" y="84"/>
                </a:lnTo>
                <a:lnTo>
                  <a:pt x="5136" y="159"/>
                </a:lnTo>
                <a:lnTo>
                  <a:pt x="4968" y="222"/>
                </a:lnTo>
                <a:lnTo>
                  <a:pt x="4812" y="267"/>
                </a:lnTo>
                <a:lnTo>
                  <a:pt x="4626" y="324"/>
                </a:lnTo>
                <a:lnTo>
                  <a:pt x="4440" y="366"/>
                </a:lnTo>
                <a:lnTo>
                  <a:pt x="4230" y="414"/>
                </a:lnTo>
                <a:lnTo>
                  <a:pt x="3939" y="468"/>
                </a:lnTo>
                <a:lnTo>
                  <a:pt x="3711" y="504"/>
                </a:lnTo>
                <a:lnTo>
                  <a:pt x="3441" y="543"/>
                </a:lnTo>
                <a:lnTo>
                  <a:pt x="3189" y="579"/>
                </a:lnTo>
                <a:lnTo>
                  <a:pt x="2925" y="606"/>
                </a:lnTo>
                <a:lnTo>
                  <a:pt x="2679" y="633"/>
                </a:lnTo>
                <a:lnTo>
                  <a:pt x="2418" y="654"/>
                </a:lnTo>
                <a:lnTo>
                  <a:pt x="2142" y="675"/>
                </a:lnTo>
                <a:lnTo>
                  <a:pt x="1896" y="693"/>
                </a:lnTo>
                <a:lnTo>
                  <a:pt x="1647" y="708"/>
                </a:lnTo>
                <a:lnTo>
                  <a:pt x="1404" y="720"/>
                </a:lnTo>
                <a:lnTo>
                  <a:pt x="1170" y="732"/>
                </a:lnTo>
                <a:lnTo>
                  <a:pt x="906" y="738"/>
                </a:lnTo>
                <a:lnTo>
                  <a:pt x="534" y="747"/>
                </a:lnTo>
                <a:lnTo>
                  <a:pt x="201" y="753"/>
                </a:lnTo>
                <a:lnTo>
                  <a:pt x="0" y="753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6AE0AD1-5C45-B792-6B8D-9938E75FAEFA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8388350" cy="1068388"/>
          </a:xfrm>
          <a:custGeom>
            <a:avLst/>
            <a:gdLst>
              <a:gd name="T0" fmla="*/ 0 w 5284"/>
              <a:gd name="T1" fmla="*/ 922377619 h 673"/>
              <a:gd name="T2" fmla="*/ 0 w 5284"/>
              <a:gd name="T3" fmla="*/ 1693545793 h 673"/>
              <a:gd name="T4" fmla="*/ 763608138 w 5284"/>
              <a:gd name="T5" fmla="*/ 1693545793 h 673"/>
              <a:gd name="T6" fmla="*/ 1822073763 w 5284"/>
              <a:gd name="T7" fmla="*/ 1670865169 h 673"/>
              <a:gd name="T8" fmla="*/ 2147483646 w 5284"/>
              <a:gd name="T9" fmla="*/ 1648182959 h 673"/>
              <a:gd name="T10" fmla="*/ 2147483646 w 5284"/>
              <a:gd name="T11" fmla="*/ 1617941070 h 673"/>
              <a:gd name="T12" fmla="*/ 2147483646 w 5284"/>
              <a:gd name="T13" fmla="*/ 1587699181 h 673"/>
              <a:gd name="T14" fmla="*/ 2147483646 w 5284"/>
              <a:gd name="T15" fmla="*/ 1549897613 h 673"/>
              <a:gd name="T16" fmla="*/ 2147483646 w 5284"/>
              <a:gd name="T17" fmla="*/ 1527215402 h 673"/>
              <a:gd name="T18" fmla="*/ 2147483646 w 5284"/>
              <a:gd name="T19" fmla="*/ 1481852568 h 673"/>
              <a:gd name="T20" fmla="*/ 2147483646 w 5284"/>
              <a:gd name="T21" fmla="*/ 1436489735 h 673"/>
              <a:gd name="T22" fmla="*/ 2147483646 w 5284"/>
              <a:gd name="T23" fmla="*/ 1376005956 h 673"/>
              <a:gd name="T24" fmla="*/ 2147483646 w 5284"/>
              <a:gd name="T25" fmla="*/ 1330643123 h 673"/>
              <a:gd name="T26" fmla="*/ 2147483646 w 5284"/>
              <a:gd name="T27" fmla="*/ 1255038400 h 673"/>
              <a:gd name="T28" fmla="*/ 2147483646 w 5284"/>
              <a:gd name="T29" fmla="*/ 1194554622 h 673"/>
              <a:gd name="T30" fmla="*/ 2147483646 w 5284"/>
              <a:gd name="T31" fmla="*/ 1126511165 h 673"/>
              <a:gd name="T32" fmla="*/ 2147483646 w 5284"/>
              <a:gd name="T33" fmla="*/ 1058466120 h 673"/>
              <a:gd name="T34" fmla="*/ 2147483646 w 5284"/>
              <a:gd name="T35" fmla="*/ 967740453 h 673"/>
              <a:gd name="T36" fmla="*/ 2147483646 w 5284"/>
              <a:gd name="T37" fmla="*/ 884576051 h 673"/>
              <a:gd name="T38" fmla="*/ 2147483646 w 5284"/>
              <a:gd name="T39" fmla="*/ 801410063 h 673"/>
              <a:gd name="T40" fmla="*/ 2147483646 w 5284"/>
              <a:gd name="T41" fmla="*/ 703124717 h 673"/>
              <a:gd name="T42" fmla="*/ 2147483646 w 5284"/>
              <a:gd name="T43" fmla="*/ 597278105 h 673"/>
              <a:gd name="T44" fmla="*/ 2147483646 w 5284"/>
              <a:gd name="T45" fmla="*/ 483870226 h 673"/>
              <a:gd name="T46" fmla="*/ 2147483646 w 5284"/>
              <a:gd name="T47" fmla="*/ 370463936 h 673"/>
              <a:gd name="T48" fmla="*/ 2147483646 w 5284"/>
              <a:gd name="T49" fmla="*/ 226814169 h 673"/>
              <a:gd name="T50" fmla="*/ 2147483646 w 5284"/>
              <a:gd name="T51" fmla="*/ 105846612 h 673"/>
              <a:gd name="T52" fmla="*/ 2147483646 w 5284"/>
              <a:gd name="T53" fmla="*/ 0 h 673"/>
              <a:gd name="T54" fmla="*/ 2147483646 w 5284"/>
              <a:gd name="T55" fmla="*/ 0 h 673"/>
              <a:gd name="T56" fmla="*/ 2147483646 w 5284"/>
              <a:gd name="T57" fmla="*/ 143649767 h 673"/>
              <a:gd name="T58" fmla="*/ 2147483646 w 5284"/>
              <a:gd name="T59" fmla="*/ 272177002 h 673"/>
              <a:gd name="T60" fmla="*/ 2147483646 w 5284"/>
              <a:gd name="T61" fmla="*/ 378023614 h 673"/>
              <a:gd name="T62" fmla="*/ 2147483646 w 5284"/>
              <a:gd name="T63" fmla="*/ 461189603 h 673"/>
              <a:gd name="T64" fmla="*/ 2147483646 w 5284"/>
              <a:gd name="T65" fmla="*/ 536794326 h 673"/>
              <a:gd name="T66" fmla="*/ 2147483646 w 5284"/>
              <a:gd name="T67" fmla="*/ 612399049 h 673"/>
              <a:gd name="T68" fmla="*/ 2147483646 w 5284"/>
              <a:gd name="T69" fmla="*/ 688003772 h 673"/>
              <a:gd name="T70" fmla="*/ 2147483646 w 5284"/>
              <a:gd name="T71" fmla="*/ 748487550 h 673"/>
              <a:gd name="T72" fmla="*/ 2147483646 w 5284"/>
              <a:gd name="T73" fmla="*/ 786289118 h 673"/>
              <a:gd name="T74" fmla="*/ 2147483646 w 5284"/>
              <a:gd name="T75" fmla="*/ 831651952 h 673"/>
              <a:gd name="T76" fmla="*/ 2147483646 w 5284"/>
              <a:gd name="T77" fmla="*/ 861893841 h 673"/>
              <a:gd name="T78" fmla="*/ 1754028750 w 5284"/>
              <a:gd name="T79" fmla="*/ 892135730 h 673"/>
              <a:gd name="T80" fmla="*/ 1262599075 w 5284"/>
              <a:gd name="T81" fmla="*/ 907256675 h 673"/>
              <a:gd name="T82" fmla="*/ 703124388 w 5284"/>
              <a:gd name="T83" fmla="*/ 922377619 h 673"/>
              <a:gd name="T84" fmla="*/ 249496263 w 5284"/>
              <a:gd name="T85" fmla="*/ 929938885 h 673"/>
              <a:gd name="T86" fmla="*/ 0 w 5284"/>
              <a:gd name="T87" fmla="*/ 922377619 h 6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84" h="673">
                <a:moveTo>
                  <a:pt x="0" y="366"/>
                </a:moveTo>
                <a:lnTo>
                  <a:pt x="0" y="672"/>
                </a:lnTo>
                <a:lnTo>
                  <a:pt x="303" y="672"/>
                </a:lnTo>
                <a:lnTo>
                  <a:pt x="723" y="663"/>
                </a:lnTo>
                <a:lnTo>
                  <a:pt x="1020" y="654"/>
                </a:lnTo>
                <a:lnTo>
                  <a:pt x="1302" y="642"/>
                </a:lnTo>
                <a:lnTo>
                  <a:pt x="1554" y="630"/>
                </a:lnTo>
                <a:lnTo>
                  <a:pt x="1779" y="615"/>
                </a:lnTo>
                <a:lnTo>
                  <a:pt x="1962" y="606"/>
                </a:lnTo>
                <a:lnTo>
                  <a:pt x="2193" y="588"/>
                </a:lnTo>
                <a:lnTo>
                  <a:pt x="2448" y="570"/>
                </a:lnTo>
                <a:lnTo>
                  <a:pt x="2700" y="546"/>
                </a:lnTo>
                <a:lnTo>
                  <a:pt x="2904" y="528"/>
                </a:lnTo>
                <a:lnTo>
                  <a:pt x="3138" y="498"/>
                </a:lnTo>
                <a:lnTo>
                  <a:pt x="3324" y="474"/>
                </a:lnTo>
                <a:lnTo>
                  <a:pt x="3534" y="447"/>
                </a:lnTo>
                <a:lnTo>
                  <a:pt x="3735" y="420"/>
                </a:lnTo>
                <a:lnTo>
                  <a:pt x="3933" y="384"/>
                </a:lnTo>
                <a:lnTo>
                  <a:pt x="4116" y="351"/>
                </a:lnTo>
                <a:lnTo>
                  <a:pt x="4266" y="318"/>
                </a:lnTo>
                <a:lnTo>
                  <a:pt x="4446" y="279"/>
                </a:lnTo>
                <a:lnTo>
                  <a:pt x="4620" y="237"/>
                </a:lnTo>
                <a:lnTo>
                  <a:pt x="4779" y="192"/>
                </a:lnTo>
                <a:lnTo>
                  <a:pt x="4920" y="147"/>
                </a:lnTo>
                <a:lnTo>
                  <a:pt x="5085" y="90"/>
                </a:lnTo>
                <a:lnTo>
                  <a:pt x="5193" y="42"/>
                </a:lnTo>
                <a:lnTo>
                  <a:pt x="5283" y="0"/>
                </a:lnTo>
                <a:lnTo>
                  <a:pt x="3201" y="0"/>
                </a:lnTo>
                <a:lnTo>
                  <a:pt x="2982" y="57"/>
                </a:lnTo>
                <a:lnTo>
                  <a:pt x="2775" y="108"/>
                </a:lnTo>
                <a:lnTo>
                  <a:pt x="2562" y="150"/>
                </a:lnTo>
                <a:lnTo>
                  <a:pt x="2397" y="183"/>
                </a:lnTo>
                <a:lnTo>
                  <a:pt x="2205" y="213"/>
                </a:lnTo>
                <a:lnTo>
                  <a:pt x="2001" y="243"/>
                </a:lnTo>
                <a:lnTo>
                  <a:pt x="1776" y="273"/>
                </a:lnTo>
                <a:lnTo>
                  <a:pt x="1536" y="297"/>
                </a:lnTo>
                <a:lnTo>
                  <a:pt x="1344" y="312"/>
                </a:lnTo>
                <a:lnTo>
                  <a:pt x="1134" y="330"/>
                </a:lnTo>
                <a:lnTo>
                  <a:pt x="921" y="342"/>
                </a:lnTo>
                <a:lnTo>
                  <a:pt x="696" y="354"/>
                </a:lnTo>
                <a:lnTo>
                  <a:pt x="501" y="360"/>
                </a:lnTo>
                <a:lnTo>
                  <a:pt x="279" y="366"/>
                </a:lnTo>
                <a:lnTo>
                  <a:pt x="99" y="369"/>
                </a:lnTo>
                <a:lnTo>
                  <a:pt x="0" y="366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8F9336D-D0EF-17AC-AFB1-FC4B3ECBD293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4578350" cy="454026"/>
          </a:xfrm>
          <a:custGeom>
            <a:avLst/>
            <a:gdLst>
              <a:gd name="T0" fmla="*/ 0 w 2884"/>
              <a:gd name="T1" fmla="*/ 0 h 286"/>
              <a:gd name="T2" fmla="*/ 0 w 2884"/>
              <a:gd name="T3" fmla="*/ 718246907 h 286"/>
              <a:gd name="T4" fmla="*/ 483870000 w 2884"/>
              <a:gd name="T5" fmla="*/ 718246907 h 286"/>
              <a:gd name="T6" fmla="*/ 967740000 w 2884"/>
              <a:gd name="T7" fmla="*/ 710687215 h 286"/>
              <a:gd name="T8" fmla="*/ 1459171263 w 2884"/>
              <a:gd name="T9" fmla="*/ 695566244 h 286"/>
              <a:gd name="T10" fmla="*/ 1988404075 w 2884"/>
              <a:gd name="T11" fmla="*/ 672883995 h 286"/>
              <a:gd name="T12" fmla="*/ 2147483646 w 2884"/>
              <a:gd name="T13" fmla="*/ 650203332 h 286"/>
              <a:gd name="T14" fmla="*/ 2147483646 w 2884"/>
              <a:gd name="T15" fmla="*/ 619961390 h 286"/>
              <a:gd name="T16" fmla="*/ 2147483646 w 2884"/>
              <a:gd name="T17" fmla="*/ 589719449 h 286"/>
              <a:gd name="T18" fmla="*/ 2147483646 w 2884"/>
              <a:gd name="T19" fmla="*/ 559477507 h 286"/>
              <a:gd name="T20" fmla="*/ 2147483646 w 2884"/>
              <a:gd name="T21" fmla="*/ 506553316 h 286"/>
              <a:gd name="T22" fmla="*/ 2147483646 w 2884"/>
              <a:gd name="T23" fmla="*/ 400706520 h 286"/>
              <a:gd name="T24" fmla="*/ 2147483646 w 2884"/>
              <a:gd name="T25" fmla="*/ 294859724 h 286"/>
              <a:gd name="T26" fmla="*/ 2147483646 w 2884"/>
              <a:gd name="T27" fmla="*/ 151209708 h 286"/>
              <a:gd name="T28" fmla="*/ 2147483646 w 2884"/>
              <a:gd name="T29" fmla="*/ 0 h 286"/>
              <a:gd name="T30" fmla="*/ 0 w 2884"/>
              <a:gd name="T31" fmla="*/ 0 h 2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884" h="286">
                <a:moveTo>
                  <a:pt x="0" y="0"/>
                </a:moveTo>
                <a:lnTo>
                  <a:pt x="0" y="285"/>
                </a:lnTo>
                <a:lnTo>
                  <a:pt x="192" y="285"/>
                </a:lnTo>
                <a:lnTo>
                  <a:pt x="384" y="282"/>
                </a:lnTo>
                <a:lnTo>
                  <a:pt x="579" y="276"/>
                </a:lnTo>
                <a:lnTo>
                  <a:pt x="789" y="267"/>
                </a:lnTo>
                <a:lnTo>
                  <a:pt x="999" y="258"/>
                </a:lnTo>
                <a:lnTo>
                  <a:pt x="1161" y="246"/>
                </a:lnTo>
                <a:lnTo>
                  <a:pt x="1302" y="234"/>
                </a:lnTo>
                <a:lnTo>
                  <a:pt x="1458" y="222"/>
                </a:lnTo>
                <a:lnTo>
                  <a:pt x="1665" y="201"/>
                </a:lnTo>
                <a:lnTo>
                  <a:pt x="1992" y="159"/>
                </a:lnTo>
                <a:lnTo>
                  <a:pt x="2301" y="117"/>
                </a:lnTo>
                <a:lnTo>
                  <a:pt x="2604" y="60"/>
                </a:lnTo>
                <a:lnTo>
                  <a:pt x="288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4302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604B575D-8560-B6AD-E025-9D38E0379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153651F-A24D-C25A-7C9B-97DEBF6C17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4A9F21B-D9C9-E1CB-C292-E62F1D1164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F7885-2A9D-4989-8248-1C86361791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572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94E7E4B-03F5-8CB5-E47C-1795C7579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3D4E78B7-0F9C-EB61-877D-03FECC652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5CE0C4C-E00A-3269-6566-9B00BF0A69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1D4EE-F827-4C07-9B2F-DE74F830AE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540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5008FB5-8DC6-7422-D840-12C4015E4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F6C8892-EFCA-D9B7-96D4-617BBD8A3A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D85344C-183A-320B-A4B1-B0D6A79921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402C0-9197-4B8B-96F3-9DE46F726B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91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E9BAD65-7903-F1F4-6908-E771C1470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E5CB276-E86B-03DF-B54A-E2294FD055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37FBDBB-D778-0CAE-5570-21FCE9DDC0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108A1-68CD-472A-8FBE-EC28722D63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9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AD22618-B7CE-E33C-FCCE-8A1CE71AD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749F1178-828B-6A13-AA51-84BA39D475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30C37EB0-A42E-99EB-0EB5-DEC1B84616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C9233-7FD4-4640-9B34-ED3DD76AE7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443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9D05C4BB-A7AE-9900-2085-0D1A4B9262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D58DDE23-2E73-247F-B584-88D5D5E741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40D97E5-F22A-6FE2-E2B5-9EC261DB4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8CE3B-3223-4695-A6B2-6B8A40706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25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0BFB5585-3579-0211-5D06-74D57E99F3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2E4016A9-17D3-431B-F66C-28FD4539E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0C265314-468E-590A-B129-80F8CE99E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48E77-D1F2-46F1-B021-3E57A3868C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402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417DA38-394A-0206-B9AF-18FB64F29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90AB9C85-9DCF-C687-8F33-4089D370BC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4298E93-0481-9771-C7A2-34792C907E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211D48-ED30-4E87-B21D-BB2800ED60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522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952699A-97B8-F514-492B-BE424E65C9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A040664-406B-2E25-3E74-BDCEB061E6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1257F19D-5501-F706-8DCC-B524F6C118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4C772-EF63-434C-9BF0-45E6E122C0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61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E4087C7-B22C-3BA5-FA60-991D42B429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861B68D7-AA88-321D-8DB9-D7FC368851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BE3BA3D3-F06F-A531-7437-4F183A97D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3742C-3008-4B34-B985-8D7E65FBC2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93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1CC9AC8-CE9B-852C-7210-46B1BFBAD8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64FA656-F8C7-F613-C127-13B35C5DFE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25B99AD-ED57-FAF8-C795-5C54120C71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CA2AD-1BBE-41A4-8630-2F34810F0B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69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513E9E4-5D86-610A-24A3-0B345E84BF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17821"/>
          <a:stretch>
            <a:fillRect/>
          </a:stretch>
        </p:blipFill>
        <p:spPr bwMode="auto">
          <a:xfrm>
            <a:off x="7885113" y="115888"/>
            <a:ext cx="11207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4E7F008-8C9B-42F4-8A34-2F41E5272D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0FA6C8-941D-C837-407B-D279ED4661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7CF2FC-A271-29F8-A652-15331C9344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5202B-3EEF-4FCF-B105-B366610347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653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E08D24B-F688-3086-E1C7-C3784FA7EA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5BAA9EB-AE52-1B8D-6044-1D27DA61D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90488FD-63CB-2709-6CEF-095326DD5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453BAA-4FF9-4C45-9FEA-F4D374242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397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80C43CC-7F84-14EF-7CDF-F85EBC9E3D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8FE0EA-540A-427E-674D-31E7A9C0DA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6B5F88B-17D8-4110-03C2-0EBFA39BA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AD5DF-3180-41AE-ADE5-A890E363FF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18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981075"/>
            <a:ext cx="3924300" cy="503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981075"/>
            <a:ext cx="3924300" cy="503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2083DD-3C07-664A-FCF6-ADFB8B764E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2EC1BC5-7D90-448F-0AA4-9E7B751E03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B06057-7282-748A-E0CF-7EF51DED69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62BD1-685E-492C-A34F-C96494435D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9810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2395AA-61BB-F569-BC9E-56C970AD09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D3E7A-338E-95AF-7A09-0B392317A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9F0A3-5410-8447-068E-B955CC2342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96BFA-BF61-4AC7-BF6F-2A9A10EA86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0473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E7EF86A-2EEF-D941-9969-9DCB2A3773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FBD9520-EDC5-C862-3F3F-B4ADDDBE6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56BFBC6-2F2D-FA00-396B-D42C9BBE2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A5BAA-EDBC-427F-837E-D2A63FE1D9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694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D988BC7-5A58-409D-2D4D-6ABD8B37DF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09B4E32-36E6-1C90-72EC-9C399A2F1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531EF9D-AFC7-91D5-2387-093AAF30CE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A1E03-2E6A-44A6-9F1F-82AE676307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771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DDDC62-096D-3625-0C6D-8FD8C05A9C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AEDAA51-A171-3BED-6DD1-9DAD71490B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3AEE360-E76B-A003-381E-1D4C3D72F1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092A2-794F-4DCC-A02F-1E06C84F3A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856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864DAB-800C-C6B8-9449-AE62192324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14E0C6-4FE1-668D-FC19-EE3DA3B2C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1466D92-1890-90B6-B0CF-DE18CC29A2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C2379-758D-4AF4-A454-B494C252A6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7709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88AC51-4927-0644-F172-53CEF5ED2A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7F21F86-F9D2-A775-8091-32A5954C8B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4938F0C-4F1A-B3BF-D549-CA7C6B7C34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C0C04-DE82-4C4B-AFD3-2D0869640D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75992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456CB65-7F8F-5DC8-B50A-917A252DC7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FA78D75-0C87-DDFF-A8BB-029CB9117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D4B9E12-6D95-2870-4DFE-2A1C55DED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262BA-05B6-4049-8BB7-0A7B864320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711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3873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981075"/>
            <a:ext cx="3924300" cy="2443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981075"/>
            <a:ext cx="3924300" cy="2443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576638"/>
            <a:ext cx="3924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576638"/>
            <a:ext cx="3924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6F16F-2BDC-FB2F-EB99-6F058C78F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2EE6E6-9316-0C23-520C-BDC8A4F80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17945C-5EEB-922E-104C-20AAF9AAA1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4C10A-C0D1-426E-8C9D-D01BD35EB2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1676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3873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981075"/>
            <a:ext cx="3924300" cy="503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981075"/>
            <a:ext cx="3924300" cy="2443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576638"/>
            <a:ext cx="3924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B3A60F-1C88-0276-136F-297720705B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CD26F1-B724-D41C-B123-C63000D8CD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12EEB34-7C54-7161-3A82-4F5C22EB67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B1DF4-1A04-4661-8E6E-47A2AC44E2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399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8BCFD3C-F90E-81F9-CB1B-55344A479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038" y="0"/>
            <a:ext cx="334962" cy="6858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027" name="Freeform 3">
            <a:extLst>
              <a:ext uri="{FF2B5EF4-FFF2-40B4-BE49-F238E27FC236}">
                <a16:creationId xmlns:a16="http://schemas.microsoft.com/office/drawing/2014/main" id="{3D368FCF-C253-556B-4584-F9F795C5EF80}"/>
              </a:ext>
            </a:extLst>
          </p:cNvPr>
          <p:cNvSpPr>
            <a:spLocks/>
          </p:cNvSpPr>
          <p:nvPr/>
        </p:nvSpPr>
        <p:spPr bwMode="white">
          <a:xfrm>
            <a:off x="-9525" y="4489450"/>
            <a:ext cx="5754688" cy="2368550"/>
          </a:xfrm>
          <a:custGeom>
            <a:avLst/>
            <a:gdLst>
              <a:gd name="T0" fmla="*/ 0 w 3625"/>
              <a:gd name="T1" fmla="*/ 2147483646 h 1492"/>
              <a:gd name="T2" fmla="*/ 0 w 3625"/>
              <a:gd name="T3" fmla="*/ 0 h 1492"/>
              <a:gd name="T4" fmla="*/ 430947550 w 3625"/>
              <a:gd name="T5" fmla="*/ 7561263 h 1492"/>
              <a:gd name="T6" fmla="*/ 894656340 w 3625"/>
              <a:gd name="T7" fmla="*/ 22682200 h 1492"/>
              <a:gd name="T8" fmla="*/ 1257558872 w 3625"/>
              <a:gd name="T9" fmla="*/ 52924075 h 1492"/>
              <a:gd name="T10" fmla="*/ 1638101705 w 3625"/>
              <a:gd name="T11" fmla="*/ 90725625 h 1492"/>
              <a:gd name="T12" fmla="*/ 2038807377 w 3625"/>
              <a:gd name="T13" fmla="*/ 136088438 h 1492"/>
              <a:gd name="T14" fmla="*/ 2147483646 w 3625"/>
              <a:gd name="T15" fmla="*/ 196572188 h 1492"/>
              <a:gd name="T16" fmla="*/ 2147483646 w 3625"/>
              <a:gd name="T17" fmla="*/ 264617200 h 1492"/>
              <a:gd name="T18" fmla="*/ 2147483646 w 3625"/>
              <a:gd name="T19" fmla="*/ 335181575 h 1492"/>
              <a:gd name="T20" fmla="*/ 2147483646 w 3625"/>
              <a:gd name="T21" fmla="*/ 441028138 h 1492"/>
              <a:gd name="T22" fmla="*/ 2147483646 w 3625"/>
              <a:gd name="T23" fmla="*/ 546874700 h 1492"/>
              <a:gd name="T24" fmla="*/ 2147483646 w 3625"/>
              <a:gd name="T25" fmla="*/ 677922825 h 1492"/>
              <a:gd name="T26" fmla="*/ 2147483646 w 3625"/>
              <a:gd name="T27" fmla="*/ 776208125 h 1492"/>
              <a:gd name="T28" fmla="*/ 2147483646 w 3625"/>
              <a:gd name="T29" fmla="*/ 967740000 h 1492"/>
              <a:gd name="T30" fmla="*/ 2147483646 w 3625"/>
              <a:gd name="T31" fmla="*/ 1118949375 h 1492"/>
              <a:gd name="T32" fmla="*/ 2147483646 w 3625"/>
              <a:gd name="T33" fmla="*/ 1378526263 h 1492"/>
              <a:gd name="T34" fmla="*/ 2147483646 w 3625"/>
              <a:gd name="T35" fmla="*/ 1668343438 h 1492"/>
              <a:gd name="T36" fmla="*/ 2147483646 w 3625"/>
              <a:gd name="T37" fmla="*/ 1980842813 h 1492"/>
              <a:gd name="T38" fmla="*/ 2147483646 w 3625"/>
              <a:gd name="T39" fmla="*/ 2147483646 h 1492"/>
              <a:gd name="T40" fmla="*/ 2147483646 w 3625"/>
              <a:gd name="T41" fmla="*/ 2147483646 h 1492"/>
              <a:gd name="T42" fmla="*/ 2147483646 w 3625"/>
              <a:gd name="T43" fmla="*/ 2147483646 h 1492"/>
              <a:gd name="T44" fmla="*/ 2147483646 w 3625"/>
              <a:gd name="T45" fmla="*/ 2147483646 h 1492"/>
              <a:gd name="T46" fmla="*/ 2147483646 w 3625"/>
              <a:gd name="T47" fmla="*/ 2147483646 h 1492"/>
              <a:gd name="T48" fmla="*/ 2147483646 w 3625"/>
              <a:gd name="T49" fmla="*/ 2147483646 h 1492"/>
              <a:gd name="T50" fmla="*/ 2147483646 w 3625"/>
              <a:gd name="T51" fmla="*/ 2147483646 h 1492"/>
              <a:gd name="T52" fmla="*/ 0 w 3625"/>
              <a:gd name="T53" fmla="*/ 2147483646 h 149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3625" h="1492">
                <a:moveTo>
                  <a:pt x="0" y="1491"/>
                </a:moveTo>
                <a:lnTo>
                  <a:pt x="0" y="0"/>
                </a:lnTo>
                <a:lnTo>
                  <a:pt x="171" y="3"/>
                </a:lnTo>
                <a:lnTo>
                  <a:pt x="355" y="9"/>
                </a:lnTo>
                <a:lnTo>
                  <a:pt x="499" y="21"/>
                </a:lnTo>
                <a:lnTo>
                  <a:pt x="650" y="36"/>
                </a:lnTo>
                <a:lnTo>
                  <a:pt x="809" y="54"/>
                </a:lnTo>
                <a:lnTo>
                  <a:pt x="957" y="78"/>
                </a:lnTo>
                <a:lnTo>
                  <a:pt x="1119" y="105"/>
                </a:lnTo>
                <a:lnTo>
                  <a:pt x="1261" y="133"/>
                </a:lnTo>
                <a:lnTo>
                  <a:pt x="1441" y="175"/>
                </a:lnTo>
                <a:lnTo>
                  <a:pt x="1598" y="217"/>
                </a:lnTo>
                <a:lnTo>
                  <a:pt x="1763" y="269"/>
                </a:lnTo>
                <a:lnTo>
                  <a:pt x="1887" y="308"/>
                </a:lnTo>
                <a:lnTo>
                  <a:pt x="2085" y="384"/>
                </a:lnTo>
                <a:lnTo>
                  <a:pt x="2230" y="444"/>
                </a:lnTo>
                <a:lnTo>
                  <a:pt x="2456" y="547"/>
                </a:lnTo>
                <a:lnTo>
                  <a:pt x="2666" y="662"/>
                </a:lnTo>
                <a:lnTo>
                  <a:pt x="2859" y="786"/>
                </a:lnTo>
                <a:lnTo>
                  <a:pt x="3046" y="920"/>
                </a:lnTo>
                <a:lnTo>
                  <a:pt x="3193" y="1038"/>
                </a:lnTo>
                <a:lnTo>
                  <a:pt x="3332" y="1168"/>
                </a:lnTo>
                <a:lnTo>
                  <a:pt x="3440" y="1280"/>
                </a:lnTo>
                <a:lnTo>
                  <a:pt x="3524" y="1380"/>
                </a:lnTo>
                <a:lnTo>
                  <a:pt x="3624" y="1491"/>
                </a:lnTo>
                <a:lnTo>
                  <a:pt x="3608" y="1491"/>
                </a:lnTo>
                <a:lnTo>
                  <a:pt x="0" y="1491"/>
                </a:lnTo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Freeform 4">
            <a:extLst>
              <a:ext uri="{FF2B5EF4-FFF2-40B4-BE49-F238E27FC236}">
                <a16:creationId xmlns:a16="http://schemas.microsoft.com/office/drawing/2014/main" id="{0B64BDAA-49DE-5D73-1986-EE5EC575D0EE}"/>
              </a:ext>
            </a:extLst>
          </p:cNvPr>
          <p:cNvSpPr>
            <a:spLocks/>
          </p:cNvSpPr>
          <p:nvPr/>
        </p:nvSpPr>
        <p:spPr bwMode="white">
          <a:xfrm>
            <a:off x="0" y="3817938"/>
            <a:ext cx="8164513" cy="3019425"/>
          </a:xfrm>
          <a:custGeom>
            <a:avLst/>
            <a:gdLst>
              <a:gd name="T0" fmla="*/ 2147483646 w 5143"/>
              <a:gd name="T1" fmla="*/ 1020664075 h 1902"/>
              <a:gd name="T2" fmla="*/ 2147483646 w 5143"/>
              <a:gd name="T3" fmla="*/ 839212825 h 1902"/>
              <a:gd name="T4" fmla="*/ 2147483646 w 5143"/>
              <a:gd name="T5" fmla="*/ 657761575 h 1902"/>
              <a:gd name="T6" fmla="*/ 2147483646 w 5143"/>
              <a:gd name="T7" fmla="*/ 498990938 h 1902"/>
              <a:gd name="T8" fmla="*/ 2147483646 w 5143"/>
              <a:gd name="T9" fmla="*/ 385584700 h 1902"/>
              <a:gd name="T10" fmla="*/ 2147483646 w 5143"/>
              <a:gd name="T11" fmla="*/ 279738138 h 1902"/>
              <a:gd name="T12" fmla="*/ 2147483646 w 5143"/>
              <a:gd name="T13" fmla="*/ 189012513 h 1902"/>
              <a:gd name="T14" fmla="*/ 2147483646 w 5143"/>
              <a:gd name="T15" fmla="*/ 120967500 h 1902"/>
              <a:gd name="T16" fmla="*/ 1882557628 w 5143"/>
              <a:gd name="T17" fmla="*/ 75604688 h 1902"/>
              <a:gd name="T18" fmla="*/ 1262599152 w 5143"/>
              <a:gd name="T19" fmla="*/ 37803138 h 1902"/>
              <a:gd name="T20" fmla="*/ 619958475 w 5143"/>
              <a:gd name="T21" fmla="*/ 7561263 h 1902"/>
              <a:gd name="T22" fmla="*/ 0 w 5143"/>
              <a:gd name="T23" fmla="*/ 0 h 1902"/>
              <a:gd name="T24" fmla="*/ 0 w 5143"/>
              <a:gd name="T25" fmla="*/ 693043763 h 1902"/>
              <a:gd name="T26" fmla="*/ 0 w 5143"/>
              <a:gd name="T27" fmla="*/ 869454700 h 1902"/>
              <a:gd name="T28" fmla="*/ 0 w 5143"/>
              <a:gd name="T29" fmla="*/ 693043763 h 1902"/>
              <a:gd name="T30" fmla="*/ 0 w 5143"/>
              <a:gd name="T31" fmla="*/ 861893438 h 1902"/>
              <a:gd name="T32" fmla="*/ 854333815 w 5143"/>
              <a:gd name="T33" fmla="*/ 884575638 h 1902"/>
              <a:gd name="T34" fmla="*/ 1527214781 w 5143"/>
              <a:gd name="T35" fmla="*/ 937498125 h 1902"/>
              <a:gd name="T36" fmla="*/ 2147173256 w 5143"/>
              <a:gd name="T37" fmla="*/ 1005543138 h 1902"/>
              <a:gd name="T38" fmla="*/ 2147483646 w 5143"/>
              <a:gd name="T39" fmla="*/ 1096268763 h 1902"/>
              <a:gd name="T40" fmla="*/ 2147483646 w 5143"/>
              <a:gd name="T41" fmla="*/ 1194554063 h 1902"/>
              <a:gd name="T42" fmla="*/ 2147483646 w 5143"/>
              <a:gd name="T43" fmla="*/ 1360884375 h 1902"/>
              <a:gd name="T44" fmla="*/ 2147483646 w 5143"/>
              <a:gd name="T45" fmla="*/ 1519655013 h 1902"/>
              <a:gd name="T46" fmla="*/ 2147483646 w 5143"/>
              <a:gd name="T47" fmla="*/ 1708665938 h 1902"/>
              <a:gd name="T48" fmla="*/ 2147483646 w 5143"/>
              <a:gd name="T49" fmla="*/ 1882557513 h 1902"/>
              <a:gd name="T50" fmla="*/ 2147483646 w 5143"/>
              <a:gd name="T51" fmla="*/ 2147173125 h 1902"/>
              <a:gd name="T52" fmla="*/ 2147483646 w 5143"/>
              <a:gd name="T53" fmla="*/ 2147483646 h 1902"/>
              <a:gd name="T54" fmla="*/ 2147483646 w 5143"/>
              <a:gd name="T55" fmla="*/ 2147483646 h 1902"/>
              <a:gd name="T56" fmla="*/ 2147483646 w 5143"/>
              <a:gd name="T57" fmla="*/ 2147483646 h 1902"/>
              <a:gd name="T58" fmla="*/ 2147483646 w 5143"/>
              <a:gd name="T59" fmla="*/ 2147483646 h 1902"/>
              <a:gd name="T60" fmla="*/ 2147483646 w 5143"/>
              <a:gd name="T61" fmla="*/ 2147483646 h 1902"/>
              <a:gd name="T62" fmla="*/ 2147483646 w 5143"/>
              <a:gd name="T63" fmla="*/ 2147483646 h 1902"/>
              <a:gd name="T64" fmla="*/ 2147483646 w 5143"/>
              <a:gd name="T65" fmla="*/ 2147483646 h 1902"/>
              <a:gd name="T66" fmla="*/ 2147483646 w 5143"/>
              <a:gd name="T67" fmla="*/ 2147483646 h 1902"/>
              <a:gd name="T68" fmla="*/ 2147483646 w 5143"/>
              <a:gd name="T69" fmla="*/ 2147483646 h 1902"/>
              <a:gd name="T70" fmla="*/ 2147483646 w 5143"/>
              <a:gd name="T71" fmla="*/ 2147483646 h 1902"/>
              <a:gd name="T72" fmla="*/ 2147483646 w 5143"/>
              <a:gd name="T73" fmla="*/ 2147483646 h 1902"/>
              <a:gd name="T74" fmla="*/ 2147483646 w 5143"/>
              <a:gd name="T75" fmla="*/ 2147483646 h 1902"/>
              <a:gd name="T76" fmla="*/ 2147483646 w 5143"/>
              <a:gd name="T77" fmla="*/ 2147483646 h 1902"/>
              <a:gd name="T78" fmla="*/ 2147483646 w 5143"/>
              <a:gd name="T79" fmla="*/ 2147483646 h 1902"/>
              <a:gd name="T80" fmla="*/ 2147483646 w 5143"/>
              <a:gd name="T81" fmla="*/ 2147483646 h 1902"/>
              <a:gd name="T82" fmla="*/ 2147483646 w 5143"/>
              <a:gd name="T83" fmla="*/ 2147483646 h 1902"/>
              <a:gd name="T84" fmla="*/ 2147483646 w 5143"/>
              <a:gd name="T85" fmla="*/ 2018645950 h 1902"/>
              <a:gd name="T86" fmla="*/ 2147483646 w 5143"/>
              <a:gd name="T87" fmla="*/ 1769149688 h 1902"/>
              <a:gd name="T88" fmla="*/ 2147483646 w 5143"/>
              <a:gd name="T89" fmla="*/ 1481851875 h 1902"/>
              <a:gd name="T90" fmla="*/ 2147483646 w 5143"/>
              <a:gd name="T91" fmla="*/ 1232357200 h 1902"/>
              <a:gd name="T92" fmla="*/ 2147483646 w 5143"/>
              <a:gd name="T93" fmla="*/ 1020664075 h 1902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5143" h="1902">
                <a:moveTo>
                  <a:pt x="2718" y="405"/>
                </a:moveTo>
                <a:lnTo>
                  <a:pt x="2466" y="333"/>
                </a:lnTo>
                <a:lnTo>
                  <a:pt x="2202" y="261"/>
                </a:lnTo>
                <a:lnTo>
                  <a:pt x="1929" y="198"/>
                </a:lnTo>
                <a:lnTo>
                  <a:pt x="1695" y="153"/>
                </a:lnTo>
                <a:lnTo>
                  <a:pt x="1434" y="111"/>
                </a:lnTo>
                <a:lnTo>
                  <a:pt x="1188" y="75"/>
                </a:lnTo>
                <a:lnTo>
                  <a:pt x="957" y="48"/>
                </a:lnTo>
                <a:lnTo>
                  <a:pt x="747" y="30"/>
                </a:lnTo>
                <a:lnTo>
                  <a:pt x="501" y="15"/>
                </a:lnTo>
                <a:lnTo>
                  <a:pt x="246" y="3"/>
                </a:lnTo>
                <a:lnTo>
                  <a:pt x="0" y="0"/>
                </a:lnTo>
                <a:lnTo>
                  <a:pt x="0" y="275"/>
                </a:lnTo>
                <a:lnTo>
                  <a:pt x="0" y="345"/>
                </a:lnTo>
                <a:lnTo>
                  <a:pt x="0" y="275"/>
                </a:lnTo>
                <a:lnTo>
                  <a:pt x="0" y="342"/>
                </a:lnTo>
                <a:lnTo>
                  <a:pt x="339" y="351"/>
                </a:lnTo>
                <a:lnTo>
                  <a:pt x="606" y="372"/>
                </a:lnTo>
                <a:lnTo>
                  <a:pt x="852" y="399"/>
                </a:lnTo>
                <a:lnTo>
                  <a:pt x="1068" y="435"/>
                </a:lnTo>
                <a:lnTo>
                  <a:pt x="1275" y="474"/>
                </a:lnTo>
                <a:lnTo>
                  <a:pt x="1545" y="540"/>
                </a:lnTo>
                <a:lnTo>
                  <a:pt x="1761" y="603"/>
                </a:lnTo>
                <a:lnTo>
                  <a:pt x="1971" y="678"/>
                </a:lnTo>
                <a:lnTo>
                  <a:pt x="2166" y="747"/>
                </a:lnTo>
                <a:lnTo>
                  <a:pt x="2397" y="852"/>
                </a:lnTo>
                <a:lnTo>
                  <a:pt x="2613" y="960"/>
                </a:lnTo>
                <a:lnTo>
                  <a:pt x="2832" y="1095"/>
                </a:lnTo>
                <a:lnTo>
                  <a:pt x="3012" y="1212"/>
                </a:lnTo>
                <a:lnTo>
                  <a:pt x="3186" y="1347"/>
                </a:lnTo>
                <a:lnTo>
                  <a:pt x="3351" y="1497"/>
                </a:lnTo>
                <a:lnTo>
                  <a:pt x="3480" y="1629"/>
                </a:lnTo>
                <a:lnTo>
                  <a:pt x="3612" y="1785"/>
                </a:lnTo>
                <a:lnTo>
                  <a:pt x="3699" y="1901"/>
                </a:lnTo>
                <a:lnTo>
                  <a:pt x="5142" y="1901"/>
                </a:lnTo>
                <a:lnTo>
                  <a:pt x="5076" y="1827"/>
                </a:lnTo>
                <a:lnTo>
                  <a:pt x="4968" y="1707"/>
                </a:lnTo>
                <a:lnTo>
                  <a:pt x="4797" y="1539"/>
                </a:lnTo>
                <a:lnTo>
                  <a:pt x="4617" y="1383"/>
                </a:lnTo>
                <a:lnTo>
                  <a:pt x="4410" y="1221"/>
                </a:lnTo>
                <a:lnTo>
                  <a:pt x="4185" y="1071"/>
                </a:lnTo>
                <a:lnTo>
                  <a:pt x="3960" y="939"/>
                </a:lnTo>
                <a:lnTo>
                  <a:pt x="3708" y="801"/>
                </a:lnTo>
                <a:lnTo>
                  <a:pt x="3492" y="702"/>
                </a:lnTo>
                <a:lnTo>
                  <a:pt x="3231" y="588"/>
                </a:lnTo>
                <a:lnTo>
                  <a:pt x="2964" y="489"/>
                </a:lnTo>
                <a:lnTo>
                  <a:pt x="2718" y="405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Freeform 5">
            <a:extLst>
              <a:ext uri="{FF2B5EF4-FFF2-40B4-BE49-F238E27FC236}">
                <a16:creationId xmlns:a16="http://schemas.microsoft.com/office/drawing/2014/main" id="{AE69340A-5C19-3C1C-3F1E-3F215BA1F27D}"/>
              </a:ext>
            </a:extLst>
          </p:cNvPr>
          <p:cNvSpPr>
            <a:spLocks/>
          </p:cNvSpPr>
          <p:nvPr/>
        </p:nvSpPr>
        <p:spPr bwMode="white">
          <a:xfrm>
            <a:off x="0" y="3146425"/>
            <a:ext cx="9144000" cy="3690938"/>
          </a:xfrm>
          <a:custGeom>
            <a:avLst/>
            <a:gdLst>
              <a:gd name="T0" fmla="*/ 0 w 5760"/>
              <a:gd name="T1" fmla="*/ 0 h 2325"/>
              <a:gd name="T2" fmla="*/ 0 w 5760"/>
              <a:gd name="T3" fmla="*/ 854333878 h 2325"/>
              <a:gd name="T4" fmla="*/ 1406247188 w 5760"/>
              <a:gd name="T5" fmla="*/ 899696697 h 2325"/>
              <a:gd name="T6" fmla="*/ 2033766888 w 5760"/>
              <a:gd name="T7" fmla="*/ 945059516 h 2325"/>
              <a:gd name="T8" fmla="*/ 2147483646 w 5760"/>
              <a:gd name="T9" fmla="*/ 1005543274 h 2325"/>
              <a:gd name="T10" fmla="*/ 2147483646 w 5760"/>
              <a:gd name="T11" fmla="*/ 1073586708 h 2325"/>
              <a:gd name="T12" fmla="*/ 2147483646 w 5760"/>
              <a:gd name="T13" fmla="*/ 1171873609 h 2325"/>
              <a:gd name="T14" fmla="*/ 2147483646 w 5760"/>
              <a:gd name="T15" fmla="*/ 1285279862 h 2325"/>
              <a:gd name="T16" fmla="*/ 2147483646 w 5760"/>
              <a:gd name="T17" fmla="*/ 1436489257 h 2325"/>
              <a:gd name="T18" fmla="*/ 2147483646 w 5760"/>
              <a:gd name="T19" fmla="*/ 1587698653 h 2325"/>
              <a:gd name="T20" fmla="*/ 2147483646 w 5760"/>
              <a:gd name="T21" fmla="*/ 1731348372 h 2325"/>
              <a:gd name="T22" fmla="*/ 2147483646 w 5760"/>
              <a:gd name="T23" fmla="*/ 1912799647 h 2325"/>
              <a:gd name="T24" fmla="*/ 2147483646 w 5760"/>
              <a:gd name="T25" fmla="*/ 2109371861 h 2325"/>
              <a:gd name="T26" fmla="*/ 2147483646 w 5760"/>
              <a:gd name="T27" fmla="*/ 2147483646 h 2325"/>
              <a:gd name="T28" fmla="*/ 2147483646 w 5760"/>
              <a:gd name="T29" fmla="*/ 2147483646 h 2325"/>
              <a:gd name="T30" fmla="*/ 2147483646 w 5760"/>
              <a:gd name="T31" fmla="*/ 2147483646 h 2325"/>
              <a:gd name="T32" fmla="*/ 2147483646 w 5760"/>
              <a:gd name="T33" fmla="*/ 2147483646 h 2325"/>
              <a:gd name="T34" fmla="*/ 2147483646 w 5760"/>
              <a:gd name="T35" fmla="*/ 2147483646 h 2325"/>
              <a:gd name="T36" fmla="*/ 2147483646 w 5760"/>
              <a:gd name="T37" fmla="*/ 2147483646 h 2325"/>
              <a:gd name="T38" fmla="*/ 2147483646 w 5760"/>
              <a:gd name="T39" fmla="*/ 2147483646 h 2325"/>
              <a:gd name="T40" fmla="*/ 2147483646 w 5760"/>
              <a:gd name="T41" fmla="*/ 2147483646 h 2325"/>
              <a:gd name="T42" fmla="*/ 2147483646 w 5760"/>
              <a:gd name="T43" fmla="*/ 2147483646 h 2325"/>
              <a:gd name="T44" fmla="*/ 2147483646 w 5760"/>
              <a:gd name="T45" fmla="*/ 2147483646 h 2325"/>
              <a:gd name="T46" fmla="*/ 2147483646 w 5760"/>
              <a:gd name="T47" fmla="*/ 2147483646 h 2325"/>
              <a:gd name="T48" fmla="*/ 2147483646 w 5760"/>
              <a:gd name="T49" fmla="*/ 2147483646 h 2325"/>
              <a:gd name="T50" fmla="*/ 2147483646 w 5760"/>
              <a:gd name="T51" fmla="*/ 2147483646 h 2325"/>
              <a:gd name="T52" fmla="*/ 2147483646 w 5760"/>
              <a:gd name="T53" fmla="*/ 2147483646 h 2325"/>
              <a:gd name="T54" fmla="*/ 2147483646 w 5760"/>
              <a:gd name="T55" fmla="*/ 2147483646 h 2325"/>
              <a:gd name="T56" fmla="*/ 2147483646 w 5760"/>
              <a:gd name="T57" fmla="*/ 2147483646 h 2325"/>
              <a:gd name="T58" fmla="*/ 2147483646 w 5760"/>
              <a:gd name="T59" fmla="*/ 2147483646 h 2325"/>
              <a:gd name="T60" fmla="*/ 2147483646 w 5760"/>
              <a:gd name="T61" fmla="*/ 2109371861 h 2325"/>
              <a:gd name="T62" fmla="*/ 2147483646 w 5760"/>
              <a:gd name="T63" fmla="*/ 1943041526 h 2325"/>
              <a:gd name="T64" fmla="*/ 2147483646 w 5760"/>
              <a:gd name="T65" fmla="*/ 1791832130 h 2325"/>
              <a:gd name="T66" fmla="*/ 2147483646 w 5760"/>
              <a:gd name="T67" fmla="*/ 1640622735 h 2325"/>
              <a:gd name="T68" fmla="*/ 2147483646 w 5760"/>
              <a:gd name="T69" fmla="*/ 1512093955 h 2325"/>
              <a:gd name="T70" fmla="*/ 2147483646 w 5760"/>
              <a:gd name="T71" fmla="*/ 1391126438 h 2325"/>
              <a:gd name="T72" fmla="*/ 2147483646 w 5760"/>
              <a:gd name="T73" fmla="*/ 1217236427 h 2325"/>
              <a:gd name="T74" fmla="*/ 2147483646 w 5760"/>
              <a:gd name="T75" fmla="*/ 1066027032 h 2325"/>
              <a:gd name="T76" fmla="*/ 2147483646 w 5760"/>
              <a:gd name="T77" fmla="*/ 945059516 h 2325"/>
              <a:gd name="T78" fmla="*/ 2147483646 w 5760"/>
              <a:gd name="T79" fmla="*/ 786288857 h 2325"/>
              <a:gd name="T80" fmla="*/ 2147483646 w 5760"/>
              <a:gd name="T81" fmla="*/ 657761664 h 2325"/>
              <a:gd name="T82" fmla="*/ 2147483646 w 5760"/>
              <a:gd name="T83" fmla="*/ 536794148 h 2325"/>
              <a:gd name="T84" fmla="*/ 2147483646 w 5760"/>
              <a:gd name="T85" fmla="*/ 430947571 h 2325"/>
              <a:gd name="T86" fmla="*/ 2147483646 w 5760"/>
              <a:gd name="T87" fmla="*/ 347781610 h 2325"/>
              <a:gd name="T88" fmla="*/ 2147483646 w 5760"/>
              <a:gd name="T89" fmla="*/ 272176912 h 2325"/>
              <a:gd name="T90" fmla="*/ 2147483646 w 5760"/>
              <a:gd name="T91" fmla="*/ 204133478 h 2325"/>
              <a:gd name="T92" fmla="*/ 2147483646 w 5760"/>
              <a:gd name="T93" fmla="*/ 151209395 h 2325"/>
              <a:gd name="T94" fmla="*/ 2147483646 w 5760"/>
              <a:gd name="T95" fmla="*/ 90725637 h 2325"/>
              <a:gd name="T96" fmla="*/ 2086689375 w 5760"/>
              <a:gd name="T97" fmla="*/ 52924082 h 2325"/>
              <a:gd name="T98" fmla="*/ 1406247188 w 5760"/>
              <a:gd name="T99" fmla="*/ 30241879 h 2325"/>
              <a:gd name="T100" fmla="*/ 710684063 w 5760"/>
              <a:gd name="T101" fmla="*/ 7561264 h 2325"/>
              <a:gd name="T102" fmla="*/ 0 w 5760"/>
              <a:gd name="T103" fmla="*/ 0 h 232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760" h="2325">
                <a:moveTo>
                  <a:pt x="0" y="0"/>
                </a:moveTo>
                <a:lnTo>
                  <a:pt x="0" y="339"/>
                </a:lnTo>
                <a:lnTo>
                  <a:pt x="558" y="357"/>
                </a:lnTo>
                <a:lnTo>
                  <a:pt x="807" y="375"/>
                </a:lnTo>
                <a:lnTo>
                  <a:pt x="1056" y="399"/>
                </a:lnTo>
                <a:lnTo>
                  <a:pt x="1272" y="426"/>
                </a:lnTo>
                <a:lnTo>
                  <a:pt x="1539" y="465"/>
                </a:lnTo>
                <a:lnTo>
                  <a:pt x="1791" y="510"/>
                </a:lnTo>
                <a:lnTo>
                  <a:pt x="2076" y="570"/>
                </a:lnTo>
                <a:lnTo>
                  <a:pt x="2334" y="630"/>
                </a:lnTo>
                <a:lnTo>
                  <a:pt x="2544" y="687"/>
                </a:lnTo>
                <a:lnTo>
                  <a:pt x="2775" y="759"/>
                </a:lnTo>
                <a:lnTo>
                  <a:pt x="3003" y="837"/>
                </a:lnTo>
                <a:lnTo>
                  <a:pt x="3231" y="924"/>
                </a:lnTo>
                <a:lnTo>
                  <a:pt x="3438" y="1005"/>
                </a:lnTo>
                <a:lnTo>
                  <a:pt x="3663" y="1110"/>
                </a:lnTo>
                <a:lnTo>
                  <a:pt x="3903" y="1233"/>
                </a:lnTo>
                <a:lnTo>
                  <a:pt x="4149" y="1374"/>
                </a:lnTo>
                <a:lnTo>
                  <a:pt x="4353" y="1506"/>
                </a:lnTo>
                <a:lnTo>
                  <a:pt x="4491" y="1602"/>
                </a:lnTo>
                <a:lnTo>
                  <a:pt x="4668" y="1740"/>
                </a:lnTo>
                <a:lnTo>
                  <a:pt x="4824" y="1875"/>
                </a:lnTo>
                <a:lnTo>
                  <a:pt x="4968" y="2016"/>
                </a:lnTo>
                <a:lnTo>
                  <a:pt x="5100" y="2154"/>
                </a:lnTo>
                <a:lnTo>
                  <a:pt x="5238" y="2324"/>
                </a:lnTo>
                <a:lnTo>
                  <a:pt x="5759" y="2324"/>
                </a:lnTo>
                <a:lnTo>
                  <a:pt x="5759" y="1245"/>
                </a:lnTo>
                <a:lnTo>
                  <a:pt x="5580" y="1119"/>
                </a:lnTo>
                <a:lnTo>
                  <a:pt x="5400" y="1020"/>
                </a:lnTo>
                <a:lnTo>
                  <a:pt x="5205" y="918"/>
                </a:lnTo>
                <a:lnTo>
                  <a:pt x="5031" y="837"/>
                </a:lnTo>
                <a:lnTo>
                  <a:pt x="4866" y="771"/>
                </a:lnTo>
                <a:lnTo>
                  <a:pt x="4710" y="711"/>
                </a:lnTo>
                <a:lnTo>
                  <a:pt x="4545" y="651"/>
                </a:lnTo>
                <a:lnTo>
                  <a:pt x="4386" y="600"/>
                </a:lnTo>
                <a:lnTo>
                  <a:pt x="4248" y="552"/>
                </a:lnTo>
                <a:lnTo>
                  <a:pt x="3993" y="483"/>
                </a:lnTo>
                <a:lnTo>
                  <a:pt x="3777" y="423"/>
                </a:lnTo>
                <a:lnTo>
                  <a:pt x="3564" y="375"/>
                </a:lnTo>
                <a:lnTo>
                  <a:pt x="3282" y="312"/>
                </a:lnTo>
                <a:lnTo>
                  <a:pt x="3003" y="261"/>
                </a:lnTo>
                <a:lnTo>
                  <a:pt x="2733" y="213"/>
                </a:lnTo>
                <a:lnTo>
                  <a:pt x="2451" y="171"/>
                </a:lnTo>
                <a:lnTo>
                  <a:pt x="2211" y="138"/>
                </a:lnTo>
                <a:lnTo>
                  <a:pt x="1974" y="108"/>
                </a:lnTo>
                <a:lnTo>
                  <a:pt x="1665" y="81"/>
                </a:lnTo>
                <a:lnTo>
                  <a:pt x="1437" y="60"/>
                </a:lnTo>
                <a:lnTo>
                  <a:pt x="1125" y="36"/>
                </a:lnTo>
                <a:lnTo>
                  <a:pt x="828" y="21"/>
                </a:lnTo>
                <a:lnTo>
                  <a:pt x="558" y="12"/>
                </a:lnTo>
                <a:lnTo>
                  <a:pt x="282" y="3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6">
            <a:extLst>
              <a:ext uri="{FF2B5EF4-FFF2-40B4-BE49-F238E27FC236}">
                <a16:creationId xmlns:a16="http://schemas.microsoft.com/office/drawing/2014/main" id="{A71782F4-8ED1-A58F-2D46-8E937E791C76}"/>
              </a:ext>
            </a:extLst>
          </p:cNvPr>
          <p:cNvSpPr>
            <a:spLocks/>
          </p:cNvSpPr>
          <p:nvPr/>
        </p:nvSpPr>
        <p:spPr bwMode="white">
          <a:xfrm>
            <a:off x="0" y="2460625"/>
            <a:ext cx="9144000" cy="2497138"/>
          </a:xfrm>
          <a:custGeom>
            <a:avLst/>
            <a:gdLst>
              <a:gd name="T0" fmla="*/ 0 w 5760"/>
              <a:gd name="T1" fmla="*/ 0 h 1573"/>
              <a:gd name="T2" fmla="*/ 0 w 5760"/>
              <a:gd name="T3" fmla="*/ 884575815 h 1573"/>
              <a:gd name="T4" fmla="*/ 710684063 w 5760"/>
              <a:gd name="T5" fmla="*/ 899696755 h 1573"/>
              <a:gd name="T6" fmla="*/ 1580138763 w 5760"/>
              <a:gd name="T7" fmla="*/ 914817696 h 1573"/>
              <a:gd name="T8" fmla="*/ 2147483646 w 5760"/>
              <a:gd name="T9" fmla="*/ 945059577 h 1573"/>
              <a:gd name="T10" fmla="*/ 2147483646 w 5760"/>
              <a:gd name="T11" fmla="*/ 990422398 h 1573"/>
              <a:gd name="T12" fmla="*/ 2147483646 w 5760"/>
              <a:gd name="T13" fmla="*/ 1035785220 h 1573"/>
              <a:gd name="T14" fmla="*/ 2147483646 w 5760"/>
              <a:gd name="T15" fmla="*/ 1096268982 h 1573"/>
              <a:gd name="T16" fmla="*/ 2147483646 w 5760"/>
              <a:gd name="T17" fmla="*/ 1164312421 h 1573"/>
              <a:gd name="T18" fmla="*/ 2147483646 w 5760"/>
              <a:gd name="T19" fmla="*/ 1270159004 h 1573"/>
              <a:gd name="T20" fmla="*/ 2147483646 w 5760"/>
              <a:gd name="T21" fmla="*/ 1383566852 h 1573"/>
              <a:gd name="T22" fmla="*/ 2147483646 w 5760"/>
              <a:gd name="T23" fmla="*/ 1504534376 h 1573"/>
              <a:gd name="T24" fmla="*/ 2147483646 w 5760"/>
              <a:gd name="T25" fmla="*/ 1633061577 h 1573"/>
              <a:gd name="T26" fmla="*/ 2147483646 w 5760"/>
              <a:gd name="T27" fmla="*/ 1784270982 h 1573"/>
              <a:gd name="T28" fmla="*/ 2147483646 w 5760"/>
              <a:gd name="T29" fmla="*/ 1890117566 h 1573"/>
              <a:gd name="T30" fmla="*/ 2147483646 w 5760"/>
              <a:gd name="T31" fmla="*/ 2041326971 h 1573"/>
              <a:gd name="T32" fmla="*/ 2147483646 w 5760"/>
              <a:gd name="T33" fmla="*/ 2147483646 h 1573"/>
              <a:gd name="T34" fmla="*/ 2147483646 w 5760"/>
              <a:gd name="T35" fmla="*/ 2147483646 h 1573"/>
              <a:gd name="T36" fmla="*/ 2147483646 w 5760"/>
              <a:gd name="T37" fmla="*/ 2147483646 h 1573"/>
              <a:gd name="T38" fmla="*/ 2147483646 w 5760"/>
              <a:gd name="T39" fmla="*/ 2147483646 h 1573"/>
              <a:gd name="T40" fmla="*/ 2147483646 w 5760"/>
              <a:gd name="T41" fmla="*/ 2147483646 h 1573"/>
              <a:gd name="T42" fmla="*/ 2147483646 w 5760"/>
              <a:gd name="T43" fmla="*/ 2147483646 h 1573"/>
              <a:gd name="T44" fmla="*/ 2147483646 w 5760"/>
              <a:gd name="T45" fmla="*/ 2147483646 h 1573"/>
              <a:gd name="T46" fmla="*/ 2147483646 w 5760"/>
              <a:gd name="T47" fmla="*/ 2147483646 h 1573"/>
              <a:gd name="T48" fmla="*/ 2147483646 w 5760"/>
              <a:gd name="T49" fmla="*/ 2147483646 h 1573"/>
              <a:gd name="T50" fmla="*/ 2147483646 w 5760"/>
              <a:gd name="T51" fmla="*/ 2147483646 h 1573"/>
              <a:gd name="T52" fmla="*/ 2147483646 w 5760"/>
              <a:gd name="T53" fmla="*/ 1595260019 h 1573"/>
              <a:gd name="T54" fmla="*/ 2147483646 w 5760"/>
              <a:gd name="T55" fmla="*/ 1436489350 h 1573"/>
              <a:gd name="T56" fmla="*/ 2147483646 w 5760"/>
              <a:gd name="T57" fmla="*/ 1262599328 h 1573"/>
              <a:gd name="T58" fmla="*/ 2147483646 w 5760"/>
              <a:gd name="T59" fmla="*/ 1118949599 h 1573"/>
              <a:gd name="T60" fmla="*/ 2147483646 w 5760"/>
              <a:gd name="T61" fmla="*/ 997982075 h 1573"/>
              <a:gd name="T62" fmla="*/ 2147483646 w 5760"/>
              <a:gd name="T63" fmla="*/ 877014551 h 1573"/>
              <a:gd name="T64" fmla="*/ 2147483646 w 5760"/>
              <a:gd name="T65" fmla="*/ 740926086 h 1573"/>
              <a:gd name="T66" fmla="*/ 2147483646 w 5760"/>
              <a:gd name="T67" fmla="*/ 635079502 h 1573"/>
              <a:gd name="T68" fmla="*/ 2147483646 w 5760"/>
              <a:gd name="T69" fmla="*/ 536794182 h 1573"/>
              <a:gd name="T70" fmla="*/ 2147483646 w 5760"/>
              <a:gd name="T71" fmla="*/ 461189480 h 1573"/>
              <a:gd name="T72" fmla="*/ 2147483646 w 5760"/>
              <a:gd name="T73" fmla="*/ 385584777 h 1573"/>
              <a:gd name="T74" fmla="*/ 2147483646 w 5760"/>
              <a:gd name="T75" fmla="*/ 325101015 h 1573"/>
              <a:gd name="T76" fmla="*/ 2147483646 w 5760"/>
              <a:gd name="T77" fmla="*/ 264617253 h 1573"/>
              <a:gd name="T78" fmla="*/ 2147483646 w 5760"/>
              <a:gd name="T79" fmla="*/ 219254431 h 1573"/>
              <a:gd name="T80" fmla="*/ 2147483646 w 5760"/>
              <a:gd name="T81" fmla="*/ 166330346 h 1573"/>
              <a:gd name="T82" fmla="*/ 2147483646 w 5760"/>
              <a:gd name="T83" fmla="*/ 120967524 h 1573"/>
              <a:gd name="T84" fmla="*/ 2147483646 w 5760"/>
              <a:gd name="T85" fmla="*/ 98286907 h 1573"/>
              <a:gd name="T86" fmla="*/ 2147483646 w 5760"/>
              <a:gd name="T87" fmla="*/ 68045026 h 1573"/>
              <a:gd name="T88" fmla="*/ 2147483646 w 5760"/>
              <a:gd name="T89" fmla="*/ 37803145 h 1573"/>
              <a:gd name="T90" fmla="*/ 1799391563 w 5760"/>
              <a:gd name="T91" fmla="*/ 30241881 h 1573"/>
              <a:gd name="T92" fmla="*/ 1285279688 w 5760"/>
              <a:gd name="T93" fmla="*/ 15120941 h 1573"/>
              <a:gd name="T94" fmla="*/ 612398763 w 5760"/>
              <a:gd name="T95" fmla="*/ 0 h 1573"/>
              <a:gd name="T96" fmla="*/ 0 w 5760"/>
              <a:gd name="T97" fmla="*/ 0 h 157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760" h="1573">
                <a:moveTo>
                  <a:pt x="0" y="0"/>
                </a:moveTo>
                <a:lnTo>
                  <a:pt x="0" y="351"/>
                </a:lnTo>
                <a:lnTo>
                  <a:pt x="282" y="357"/>
                </a:lnTo>
                <a:lnTo>
                  <a:pt x="627" y="363"/>
                </a:lnTo>
                <a:lnTo>
                  <a:pt x="960" y="375"/>
                </a:lnTo>
                <a:lnTo>
                  <a:pt x="1218" y="393"/>
                </a:lnTo>
                <a:lnTo>
                  <a:pt x="1470" y="411"/>
                </a:lnTo>
                <a:lnTo>
                  <a:pt x="1746" y="435"/>
                </a:lnTo>
                <a:lnTo>
                  <a:pt x="2022" y="462"/>
                </a:lnTo>
                <a:lnTo>
                  <a:pt x="2340" y="504"/>
                </a:lnTo>
                <a:lnTo>
                  <a:pt x="2664" y="549"/>
                </a:lnTo>
                <a:lnTo>
                  <a:pt x="2952" y="597"/>
                </a:lnTo>
                <a:lnTo>
                  <a:pt x="3225" y="648"/>
                </a:lnTo>
                <a:lnTo>
                  <a:pt x="3513" y="708"/>
                </a:lnTo>
                <a:lnTo>
                  <a:pt x="3693" y="750"/>
                </a:lnTo>
                <a:lnTo>
                  <a:pt x="3936" y="810"/>
                </a:lnTo>
                <a:lnTo>
                  <a:pt x="4095" y="855"/>
                </a:lnTo>
                <a:lnTo>
                  <a:pt x="4281" y="909"/>
                </a:lnTo>
                <a:lnTo>
                  <a:pt x="4503" y="981"/>
                </a:lnTo>
                <a:lnTo>
                  <a:pt x="4704" y="1053"/>
                </a:lnTo>
                <a:lnTo>
                  <a:pt x="4911" y="1131"/>
                </a:lnTo>
                <a:lnTo>
                  <a:pt x="5073" y="1197"/>
                </a:lnTo>
                <a:lnTo>
                  <a:pt x="5256" y="1281"/>
                </a:lnTo>
                <a:lnTo>
                  <a:pt x="5475" y="1401"/>
                </a:lnTo>
                <a:lnTo>
                  <a:pt x="5628" y="1482"/>
                </a:lnTo>
                <a:lnTo>
                  <a:pt x="5759" y="1572"/>
                </a:lnTo>
                <a:lnTo>
                  <a:pt x="5759" y="633"/>
                </a:lnTo>
                <a:lnTo>
                  <a:pt x="5493" y="570"/>
                </a:lnTo>
                <a:lnTo>
                  <a:pt x="5214" y="501"/>
                </a:lnTo>
                <a:lnTo>
                  <a:pt x="4950" y="444"/>
                </a:lnTo>
                <a:lnTo>
                  <a:pt x="4701" y="396"/>
                </a:lnTo>
                <a:lnTo>
                  <a:pt x="4425" y="348"/>
                </a:lnTo>
                <a:lnTo>
                  <a:pt x="4110" y="294"/>
                </a:lnTo>
                <a:lnTo>
                  <a:pt x="3813" y="252"/>
                </a:lnTo>
                <a:lnTo>
                  <a:pt x="3549" y="213"/>
                </a:lnTo>
                <a:lnTo>
                  <a:pt x="3261" y="183"/>
                </a:lnTo>
                <a:lnTo>
                  <a:pt x="3015" y="153"/>
                </a:lnTo>
                <a:lnTo>
                  <a:pt x="2757" y="129"/>
                </a:lnTo>
                <a:lnTo>
                  <a:pt x="2520" y="105"/>
                </a:lnTo>
                <a:lnTo>
                  <a:pt x="2301" y="87"/>
                </a:lnTo>
                <a:lnTo>
                  <a:pt x="2013" y="66"/>
                </a:lnTo>
                <a:lnTo>
                  <a:pt x="1731" y="48"/>
                </a:lnTo>
                <a:lnTo>
                  <a:pt x="1524" y="39"/>
                </a:lnTo>
                <a:lnTo>
                  <a:pt x="1260" y="27"/>
                </a:lnTo>
                <a:lnTo>
                  <a:pt x="966" y="15"/>
                </a:lnTo>
                <a:lnTo>
                  <a:pt x="714" y="12"/>
                </a:lnTo>
                <a:lnTo>
                  <a:pt x="510" y="6"/>
                </a:lnTo>
                <a:lnTo>
                  <a:pt x="24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C3DAD395-8DC3-4F29-E392-CB6C61E61C00}"/>
              </a:ext>
            </a:extLst>
          </p:cNvPr>
          <p:cNvSpPr>
            <a:spLocks/>
          </p:cNvSpPr>
          <p:nvPr/>
        </p:nvSpPr>
        <p:spPr bwMode="white">
          <a:xfrm>
            <a:off x="0" y="1793875"/>
            <a:ext cx="9144000" cy="1539875"/>
          </a:xfrm>
          <a:custGeom>
            <a:avLst/>
            <a:gdLst>
              <a:gd name="T0" fmla="*/ 0 w 5760"/>
              <a:gd name="T1" fmla="*/ 0 h 970"/>
              <a:gd name="T2" fmla="*/ 0 w 5760"/>
              <a:gd name="T3" fmla="*/ 854333763 h 970"/>
              <a:gd name="T4" fmla="*/ 801409688 w 5760"/>
              <a:gd name="T5" fmla="*/ 861893438 h 970"/>
              <a:gd name="T6" fmla="*/ 1489413138 w 5760"/>
              <a:gd name="T7" fmla="*/ 877014375 h 970"/>
              <a:gd name="T8" fmla="*/ 2132052188 w 5760"/>
              <a:gd name="T9" fmla="*/ 892135313 h 970"/>
              <a:gd name="T10" fmla="*/ 2147483646 w 5760"/>
              <a:gd name="T11" fmla="*/ 907256250 h 970"/>
              <a:gd name="T12" fmla="*/ 2147483646 w 5760"/>
              <a:gd name="T13" fmla="*/ 922377188 h 970"/>
              <a:gd name="T14" fmla="*/ 2147483646 w 5760"/>
              <a:gd name="T15" fmla="*/ 960180325 h 970"/>
              <a:gd name="T16" fmla="*/ 2147483646 w 5760"/>
              <a:gd name="T17" fmla="*/ 1005543138 h 970"/>
              <a:gd name="T18" fmla="*/ 2147483646 w 5760"/>
              <a:gd name="T19" fmla="*/ 1058465625 h 970"/>
              <a:gd name="T20" fmla="*/ 2147483646 w 5760"/>
              <a:gd name="T21" fmla="*/ 1141631575 h 970"/>
              <a:gd name="T22" fmla="*/ 2147483646 w 5760"/>
              <a:gd name="T23" fmla="*/ 1202115325 h 970"/>
              <a:gd name="T24" fmla="*/ 2147483646 w 5760"/>
              <a:gd name="T25" fmla="*/ 1277720013 h 970"/>
              <a:gd name="T26" fmla="*/ 2147483646 w 5760"/>
              <a:gd name="T27" fmla="*/ 1368445638 h 970"/>
              <a:gd name="T28" fmla="*/ 2147483646 w 5760"/>
              <a:gd name="T29" fmla="*/ 1474292200 h 970"/>
              <a:gd name="T30" fmla="*/ 2147483646 w 5760"/>
              <a:gd name="T31" fmla="*/ 1557456563 h 970"/>
              <a:gd name="T32" fmla="*/ 2147483646 w 5760"/>
              <a:gd name="T33" fmla="*/ 1685985325 h 970"/>
              <a:gd name="T34" fmla="*/ 2147483646 w 5760"/>
              <a:gd name="T35" fmla="*/ 1829633438 h 970"/>
              <a:gd name="T36" fmla="*/ 2147483646 w 5760"/>
              <a:gd name="T37" fmla="*/ 1980842813 h 970"/>
              <a:gd name="T38" fmla="*/ 2147483646 w 5760"/>
              <a:gd name="T39" fmla="*/ 2132052188 h 970"/>
              <a:gd name="T40" fmla="*/ 2147483646 w 5760"/>
              <a:gd name="T41" fmla="*/ 2147483646 h 970"/>
              <a:gd name="T42" fmla="*/ 2147483646 w 5760"/>
              <a:gd name="T43" fmla="*/ 2147483646 h 970"/>
              <a:gd name="T44" fmla="*/ 2147483646 w 5760"/>
              <a:gd name="T45" fmla="*/ 0 h 970"/>
              <a:gd name="T46" fmla="*/ 0 w 5760"/>
              <a:gd name="T47" fmla="*/ 0 h 97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5760" h="970">
                <a:moveTo>
                  <a:pt x="0" y="0"/>
                </a:moveTo>
                <a:lnTo>
                  <a:pt x="0" y="339"/>
                </a:lnTo>
                <a:lnTo>
                  <a:pt x="318" y="342"/>
                </a:lnTo>
                <a:lnTo>
                  <a:pt x="591" y="348"/>
                </a:lnTo>
                <a:lnTo>
                  <a:pt x="846" y="354"/>
                </a:lnTo>
                <a:lnTo>
                  <a:pt x="1074" y="360"/>
                </a:lnTo>
                <a:lnTo>
                  <a:pt x="1314" y="366"/>
                </a:lnTo>
                <a:lnTo>
                  <a:pt x="1599" y="381"/>
                </a:lnTo>
                <a:lnTo>
                  <a:pt x="1911" y="399"/>
                </a:lnTo>
                <a:lnTo>
                  <a:pt x="2241" y="420"/>
                </a:lnTo>
                <a:lnTo>
                  <a:pt x="2619" y="453"/>
                </a:lnTo>
                <a:lnTo>
                  <a:pt x="2889" y="477"/>
                </a:lnTo>
                <a:lnTo>
                  <a:pt x="3177" y="507"/>
                </a:lnTo>
                <a:lnTo>
                  <a:pt x="3498" y="543"/>
                </a:lnTo>
                <a:lnTo>
                  <a:pt x="3813" y="585"/>
                </a:lnTo>
                <a:lnTo>
                  <a:pt x="4044" y="618"/>
                </a:lnTo>
                <a:lnTo>
                  <a:pt x="4365" y="669"/>
                </a:lnTo>
                <a:lnTo>
                  <a:pt x="4683" y="726"/>
                </a:lnTo>
                <a:lnTo>
                  <a:pt x="4980" y="786"/>
                </a:lnTo>
                <a:lnTo>
                  <a:pt x="5268" y="846"/>
                </a:lnTo>
                <a:lnTo>
                  <a:pt x="5646" y="942"/>
                </a:lnTo>
                <a:lnTo>
                  <a:pt x="5759" y="969"/>
                </a:lnTo>
                <a:lnTo>
                  <a:pt x="5759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887B93FF-4032-5C35-DC79-8A52361913FA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9144000" cy="1682751"/>
          </a:xfrm>
          <a:custGeom>
            <a:avLst/>
            <a:gdLst>
              <a:gd name="T0" fmla="*/ 0 w 5760"/>
              <a:gd name="T1" fmla="*/ 1897679578 h 1060"/>
              <a:gd name="T2" fmla="*/ 0 w 5760"/>
              <a:gd name="T3" fmla="*/ 2147483646 h 1060"/>
              <a:gd name="T4" fmla="*/ 2147483646 w 5760"/>
              <a:gd name="T5" fmla="*/ 2147483646 h 1060"/>
              <a:gd name="T6" fmla="*/ 2147483646 w 5760"/>
              <a:gd name="T7" fmla="*/ 0 h 1060"/>
              <a:gd name="T8" fmla="*/ 2147483646 w 5760"/>
              <a:gd name="T9" fmla="*/ 0 h 1060"/>
              <a:gd name="T10" fmla="*/ 2147483646 w 5760"/>
              <a:gd name="T11" fmla="*/ 211693251 h 1060"/>
              <a:gd name="T12" fmla="*/ 2147483646 w 5760"/>
              <a:gd name="T13" fmla="*/ 400705876 h 1060"/>
              <a:gd name="T14" fmla="*/ 2147483646 w 5760"/>
              <a:gd name="T15" fmla="*/ 559475020 h 1060"/>
              <a:gd name="T16" fmla="*/ 2147483646 w 5760"/>
              <a:gd name="T17" fmla="*/ 672882912 h 1060"/>
              <a:gd name="T18" fmla="*/ 2147483646 w 5760"/>
              <a:gd name="T19" fmla="*/ 816531110 h 1060"/>
              <a:gd name="T20" fmla="*/ 2147483646 w 5760"/>
              <a:gd name="T21" fmla="*/ 922377736 h 1060"/>
              <a:gd name="T22" fmla="*/ 2147483646 w 5760"/>
              <a:gd name="T23" fmla="*/ 1043345308 h 1060"/>
              <a:gd name="T24" fmla="*/ 2147483646 w 5760"/>
              <a:gd name="T25" fmla="*/ 1179433826 h 1060"/>
              <a:gd name="T26" fmla="*/ 2147483646 w 5760"/>
              <a:gd name="T27" fmla="*/ 1270159505 h 1060"/>
              <a:gd name="T28" fmla="*/ 2147483646 w 5760"/>
              <a:gd name="T29" fmla="*/ 1368446451 h 1060"/>
              <a:gd name="T30" fmla="*/ 2147483646 w 5760"/>
              <a:gd name="T31" fmla="*/ 1459172130 h 1060"/>
              <a:gd name="T32" fmla="*/ 2147483646 w 5760"/>
              <a:gd name="T33" fmla="*/ 1527217183 h 1060"/>
              <a:gd name="T34" fmla="*/ 2147483646 w 5760"/>
              <a:gd name="T35" fmla="*/ 1595260648 h 1060"/>
              <a:gd name="T36" fmla="*/ 2147483646 w 5760"/>
              <a:gd name="T37" fmla="*/ 1648184754 h 1060"/>
              <a:gd name="T38" fmla="*/ 2147483646 w 5760"/>
              <a:gd name="T39" fmla="*/ 1701107273 h 1060"/>
              <a:gd name="T40" fmla="*/ 2147483646 w 5760"/>
              <a:gd name="T41" fmla="*/ 1746470113 h 1060"/>
              <a:gd name="T42" fmla="*/ 2147483646 w 5760"/>
              <a:gd name="T43" fmla="*/ 1784273273 h 1060"/>
              <a:gd name="T44" fmla="*/ 2147483646 w 5760"/>
              <a:gd name="T45" fmla="*/ 1814515166 h 1060"/>
              <a:gd name="T46" fmla="*/ 2147483646 w 5760"/>
              <a:gd name="T47" fmla="*/ 1844757059 h 1060"/>
              <a:gd name="T48" fmla="*/ 2147483646 w 5760"/>
              <a:gd name="T49" fmla="*/ 1859878005 h 1060"/>
              <a:gd name="T50" fmla="*/ 1345763438 w 5760"/>
              <a:gd name="T51" fmla="*/ 1882558631 h 1060"/>
              <a:gd name="T52" fmla="*/ 506552200 w 5760"/>
              <a:gd name="T53" fmla="*/ 1897679578 h 1060"/>
              <a:gd name="T54" fmla="*/ 0 w 5760"/>
              <a:gd name="T55" fmla="*/ 1897679578 h 106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760" h="1060">
                <a:moveTo>
                  <a:pt x="0" y="753"/>
                </a:moveTo>
                <a:lnTo>
                  <a:pt x="0" y="1059"/>
                </a:lnTo>
                <a:lnTo>
                  <a:pt x="5759" y="1059"/>
                </a:lnTo>
                <a:lnTo>
                  <a:pt x="5759" y="0"/>
                </a:lnTo>
                <a:lnTo>
                  <a:pt x="5430" y="0"/>
                </a:lnTo>
                <a:lnTo>
                  <a:pt x="5298" y="84"/>
                </a:lnTo>
                <a:lnTo>
                  <a:pt x="5136" y="159"/>
                </a:lnTo>
                <a:lnTo>
                  <a:pt x="4968" y="222"/>
                </a:lnTo>
                <a:lnTo>
                  <a:pt x="4812" y="267"/>
                </a:lnTo>
                <a:lnTo>
                  <a:pt x="4626" y="324"/>
                </a:lnTo>
                <a:lnTo>
                  <a:pt x="4440" y="366"/>
                </a:lnTo>
                <a:lnTo>
                  <a:pt x="4230" y="414"/>
                </a:lnTo>
                <a:lnTo>
                  <a:pt x="3939" y="468"/>
                </a:lnTo>
                <a:lnTo>
                  <a:pt x="3711" y="504"/>
                </a:lnTo>
                <a:lnTo>
                  <a:pt x="3441" y="543"/>
                </a:lnTo>
                <a:lnTo>
                  <a:pt x="3189" y="579"/>
                </a:lnTo>
                <a:lnTo>
                  <a:pt x="2925" y="606"/>
                </a:lnTo>
                <a:lnTo>
                  <a:pt x="2679" y="633"/>
                </a:lnTo>
                <a:lnTo>
                  <a:pt x="2418" y="654"/>
                </a:lnTo>
                <a:lnTo>
                  <a:pt x="2142" y="675"/>
                </a:lnTo>
                <a:lnTo>
                  <a:pt x="1896" y="693"/>
                </a:lnTo>
                <a:lnTo>
                  <a:pt x="1647" y="708"/>
                </a:lnTo>
                <a:lnTo>
                  <a:pt x="1404" y="720"/>
                </a:lnTo>
                <a:lnTo>
                  <a:pt x="1170" y="732"/>
                </a:lnTo>
                <a:lnTo>
                  <a:pt x="906" y="738"/>
                </a:lnTo>
                <a:lnTo>
                  <a:pt x="534" y="747"/>
                </a:lnTo>
                <a:lnTo>
                  <a:pt x="201" y="753"/>
                </a:lnTo>
                <a:lnTo>
                  <a:pt x="0" y="753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5C273AF3-D158-DF66-0668-B0D58F0E3742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8388350" cy="1068388"/>
          </a:xfrm>
          <a:custGeom>
            <a:avLst/>
            <a:gdLst>
              <a:gd name="T0" fmla="*/ 0 w 5284"/>
              <a:gd name="T1" fmla="*/ 922377619 h 673"/>
              <a:gd name="T2" fmla="*/ 0 w 5284"/>
              <a:gd name="T3" fmla="*/ 1693545793 h 673"/>
              <a:gd name="T4" fmla="*/ 763608138 w 5284"/>
              <a:gd name="T5" fmla="*/ 1693545793 h 673"/>
              <a:gd name="T6" fmla="*/ 1822073763 w 5284"/>
              <a:gd name="T7" fmla="*/ 1670865169 h 673"/>
              <a:gd name="T8" fmla="*/ 2147483646 w 5284"/>
              <a:gd name="T9" fmla="*/ 1648182959 h 673"/>
              <a:gd name="T10" fmla="*/ 2147483646 w 5284"/>
              <a:gd name="T11" fmla="*/ 1617941070 h 673"/>
              <a:gd name="T12" fmla="*/ 2147483646 w 5284"/>
              <a:gd name="T13" fmla="*/ 1587699181 h 673"/>
              <a:gd name="T14" fmla="*/ 2147483646 w 5284"/>
              <a:gd name="T15" fmla="*/ 1549897613 h 673"/>
              <a:gd name="T16" fmla="*/ 2147483646 w 5284"/>
              <a:gd name="T17" fmla="*/ 1527215402 h 673"/>
              <a:gd name="T18" fmla="*/ 2147483646 w 5284"/>
              <a:gd name="T19" fmla="*/ 1481852568 h 673"/>
              <a:gd name="T20" fmla="*/ 2147483646 w 5284"/>
              <a:gd name="T21" fmla="*/ 1436489735 h 673"/>
              <a:gd name="T22" fmla="*/ 2147483646 w 5284"/>
              <a:gd name="T23" fmla="*/ 1376005956 h 673"/>
              <a:gd name="T24" fmla="*/ 2147483646 w 5284"/>
              <a:gd name="T25" fmla="*/ 1330643123 h 673"/>
              <a:gd name="T26" fmla="*/ 2147483646 w 5284"/>
              <a:gd name="T27" fmla="*/ 1255038400 h 673"/>
              <a:gd name="T28" fmla="*/ 2147483646 w 5284"/>
              <a:gd name="T29" fmla="*/ 1194554622 h 673"/>
              <a:gd name="T30" fmla="*/ 2147483646 w 5284"/>
              <a:gd name="T31" fmla="*/ 1126511165 h 673"/>
              <a:gd name="T32" fmla="*/ 2147483646 w 5284"/>
              <a:gd name="T33" fmla="*/ 1058466120 h 673"/>
              <a:gd name="T34" fmla="*/ 2147483646 w 5284"/>
              <a:gd name="T35" fmla="*/ 967740453 h 673"/>
              <a:gd name="T36" fmla="*/ 2147483646 w 5284"/>
              <a:gd name="T37" fmla="*/ 884576051 h 673"/>
              <a:gd name="T38" fmla="*/ 2147483646 w 5284"/>
              <a:gd name="T39" fmla="*/ 801410063 h 673"/>
              <a:gd name="T40" fmla="*/ 2147483646 w 5284"/>
              <a:gd name="T41" fmla="*/ 703124717 h 673"/>
              <a:gd name="T42" fmla="*/ 2147483646 w 5284"/>
              <a:gd name="T43" fmla="*/ 597278105 h 673"/>
              <a:gd name="T44" fmla="*/ 2147483646 w 5284"/>
              <a:gd name="T45" fmla="*/ 483870226 h 673"/>
              <a:gd name="T46" fmla="*/ 2147483646 w 5284"/>
              <a:gd name="T47" fmla="*/ 370463936 h 673"/>
              <a:gd name="T48" fmla="*/ 2147483646 w 5284"/>
              <a:gd name="T49" fmla="*/ 226814169 h 673"/>
              <a:gd name="T50" fmla="*/ 2147483646 w 5284"/>
              <a:gd name="T51" fmla="*/ 105846612 h 673"/>
              <a:gd name="T52" fmla="*/ 2147483646 w 5284"/>
              <a:gd name="T53" fmla="*/ 0 h 673"/>
              <a:gd name="T54" fmla="*/ 2147483646 w 5284"/>
              <a:gd name="T55" fmla="*/ 0 h 673"/>
              <a:gd name="T56" fmla="*/ 2147483646 w 5284"/>
              <a:gd name="T57" fmla="*/ 143649767 h 673"/>
              <a:gd name="T58" fmla="*/ 2147483646 w 5284"/>
              <a:gd name="T59" fmla="*/ 272177002 h 673"/>
              <a:gd name="T60" fmla="*/ 2147483646 w 5284"/>
              <a:gd name="T61" fmla="*/ 378023614 h 673"/>
              <a:gd name="T62" fmla="*/ 2147483646 w 5284"/>
              <a:gd name="T63" fmla="*/ 461189603 h 673"/>
              <a:gd name="T64" fmla="*/ 2147483646 w 5284"/>
              <a:gd name="T65" fmla="*/ 536794326 h 673"/>
              <a:gd name="T66" fmla="*/ 2147483646 w 5284"/>
              <a:gd name="T67" fmla="*/ 612399049 h 673"/>
              <a:gd name="T68" fmla="*/ 2147483646 w 5284"/>
              <a:gd name="T69" fmla="*/ 688003772 h 673"/>
              <a:gd name="T70" fmla="*/ 2147483646 w 5284"/>
              <a:gd name="T71" fmla="*/ 748487550 h 673"/>
              <a:gd name="T72" fmla="*/ 2147483646 w 5284"/>
              <a:gd name="T73" fmla="*/ 786289118 h 673"/>
              <a:gd name="T74" fmla="*/ 2147483646 w 5284"/>
              <a:gd name="T75" fmla="*/ 831651952 h 673"/>
              <a:gd name="T76" fmla="*/ 2147483646 w 5284"/>
              <a:gd name="T77" fmla="*/ 861893841 h 673"/>
              <a:gd name="T78" fmla="*/ 1754028750 w 5284"/>
              <a:gd name="T79" fmla="*/ 892135730 h 673"/>
              <a:gd name="T80" fmla="*/ 1262599075 w 5284"/>
              <a:gd name="T81" fmla="*/ 907256675 h 673"/>
              <a:gd name="T82" fmla="*/ 703124388 w 5284"/>
              <a:gd name="T83" fmla="*/ 922377619 h 673"/>
              <a:gd name="T84" fmla="*/ 249496263 w 5284"/>
              <a:gd name="T85" fmla="*/ 929938885 h 673"/>
              <a:gd name="T86" fmla="*/ 0 w 5284"/>
              <a:gd name="T87" fmla="*/ 922377619 h 6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84" h="673">
                <a:moveTo>
                  <a:pt x="0" y="366"/>
                </a:moveTo>
                <a:lnTo>
                  <a:pt x="0" y="672"/>
                </a:lnTo>
                <a:lnTo>
                  <a:pt x="303" y="672"/>
                </a:lnTo>
                <a:lnTo>
                  <a:pt x="723" y="663"/>
                </a:lnTo>
                <a:lnTo>
                  <a:pt x="1020" y="654"/>
                </a:lnTo>
                <a:lnTo>
                  <a:pt x="1302" y="642"/>
                </a:lnTo>
                <a:lnTo>
                  <a:pt x="1554" y="630"/>
                </a:lnTo>
                <a:lnTo>
                  <a:pt x="1779" y="615"/>
                </a:lnTo>
                <a:lnTo>
                  <a:pt x="1962" y="606"/>
                </a:lnTo>
                <a:lnTo>
                  <a:pt x="2193" y="588"/>
                </a:lnTo>
                <a:lnTo>
                  <a:pt x="2448" y="570"/>
                </a:lnTo>
                <a:lnTo>
                  <a:pt x="2700" y="546"/>
                </a:lnTo>
                <a:lnTo>
                  <a:pt x="2904" y="528"/>
                </a:lnTo>
                <a:lnTo>
                  <a:pt x="3138" y="498"/>
                </a:lnTo>
                <a:lnTo>
                  <a:pt x="3324" y="474"/>
                </a:lnTo>
                <a:lnTo>
                  <a:pt x="3534" y="447"/>
                </a:lnTo>
                <a:lnTo>
                  <a:pt x="3735" y="420"/>
                </a:lnTo>
                <a:lnTo>
                  <a:pt x="3933" y="384"/>
                </a:lnTo>
                <a:lnTo>
                  <a:pt x="4116" y="351"/>
                </a:lnTo>
                <a:lnTo>
                  <a:pt x="4266" y="318"/>
                </a:lnTo>
                <a:lnTo>
                  <a:pt x="4446" y="279"/>
                </a:lnTo>
                <a:lnTo>
                  <a:pt x="4620" y="237"/>
                </a:lnTo>
                <a:lnTo>
                  <a:pt x="4779" y="192"/>
                </a:lnTo>
                <a:lnTo>
                  <a:pt x="4920" y="147"/>
                </a:lnTo>
                <a:lnTo>
                  <a:pt x="5085" y="90"/>
                </a:lnTo>
                <a:lnTo>
                  <a:pt x="5193" y="42"/>
                </a:lnTo>
                <a:lnTo>
                  <a:pt x="5283" y="0"/>
                </a:lnTo>
                <a:lnTo>
                  <a:pt x="3201" y="0"/>
                </a:lnTo>
                <a:lnTo>
                  <a:pt x="2982" y="57"/>
                </a:lnTo>
                <a:lnTo>
                  <a:pt x="2775" y="108"/>
                </a:lnTo>
                <a:lnTo>
                  <a:pt x="2562" y="150"/>
                </a:lnTo>
                <a:lnTo>
                  <a:pt x="2397" y="183"/>
                </a:lnTo>
                <a:lnTo>
                  <a:pt x="2205" y="213"/>
                </a:lnTo>
                <a:lnTo>
                  <a:pt x="2001" y="243"/>
                </a:lnTo>
                <a:lnTo>
                  <a:pt x="1776" y="273"/>
                </a:lnTo>
                <a:lnTo>
                  <a:pt x="1536" y="297"/>
                </a:lnTo>
                <a:lnTo>
                  <a:pt x="1344" y="312"/>
                </a:lnTo>
                <a:lnTo>
                  <a:pt x="1134" y="330"/>
                </a:lnTo>
                <a:lnTo>
                  <a:pt x="921" y="342"/>
                </a:lnTo>
                <a:lnTo>
                  <a:pt x="696" y="354"/>
                </a:lnTo>
                <a:lnTo>
                  <a:pt x="501" y="360"/>
                </a:lnTo>
                <a:lnTo>
                  <a:pt x="279" y="366"/>
                </a:lnTo>
                <a:lnTo>
                  <a:pt x="99" y="369"/>
                </a:lnTo>
                <a:lnTo>
                  <a:pt x="0" y="366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Freeform 10">
            <a:extLst>
              <a:ext uri="{FF2B5EF4-FFF2-40B4-BE49-F238E27FC236}">
                <a16:creationId xmlns:a16="http://schemas.microsoft.com/office/drawing/2014/main" id="{04C67510-794C-8AE0-A1EE-010681C06E9D}"/>
              </a:ext>
            </a:extLst>
          </p:cNvPr>
          <p:cNvSpPr>
            <a:spLocks/>
          </p:cNvSpPr>
          <p:nvPr/>
        </p:nvSpPr>
        <p:spPr bwMode="white">
          <a:xfrm>
            <a:off x="0" y="-20638"/>
            <a:ext cx="4578350" cy="454026"/>
          </a:xfrm>
          <a:custGeom>
            <a:avLst/>
            <a:gdLst>
              <a:gd name="T0" fmla="*/ 0 w 2884"/>
              <a:gd name="T1" fmla="*/ 0 h 286"/>
              <a:gd name="T2" fmla="*/ 0 w 2884"/>
              <a:gd name="T3" fmla="*/ 718246907 h 286"/>
              <a:gd name="T4" fmla="*/ 483870000 w 2884"/>
              <a:gd name="T5" fmla="*/ 718246907 h 286"/>
              <a:gd name="T6" fmla="*/ 967740000 w 2884"/>
              <a:gd name="T7" fmla="*/ 710687215 h 286"/>
              <a:gd name="T8" fmla="*/ 1459171263 w 2884"/>
              <a:gd name="T9" fmla="*/ 695566244 h 286"/>
              <a:gd name="T10" fmla="*/ 1988404075 w 2884"/>
              <a:gd name="T11" fmla="*/ 672883995 h 286"/>
              <a:gd name="T12" fmla="*/ 2147483646 w 2884"/>
              <a:gd name="T13" fmla="*/ 650203332 h 286"/>
              <a:gd name="T14" fmla="*/ 2147483646 w 2884"/>
              <a:gd name="T15" fmla="*/ 619961390 h 286"/>
              <a:gd name="T16" fmla="*/ 2147483646 w 2884"/>
              <a:gd name="T17" fmla="*/ 589719449 h 286"/>
              <a:gd name="T18" fmla="*/ 2147483646 w 2884"/>
              <a:gd name="T19" fmla="*/ 559477507 h 286"/>
              <a:gd name="T20" fmla="*/ 2147483646 w 2884"/>
              <a:gd name="T21" fmla="*/ 506553316 h 286"/>
              <a:gd name="T22" fmla="*/ 2147483646 w 2884"/>
              <a:gd name="T23" fmla="*/ 400706520 h 286"/>
              <a:gd name="T24" fmla="*/ 2147483646 w 2884"/>
              <a:gd name="T25" fmla="*/ 294859724 h 286"/>
              <a:gd name="T26" fmla="*/ 2147483646 w 2884"/>
              <a:gd name="T27" fmla="*/ 151209708 h 286"/>
              <a:gd name="T28" fmla="*/ 2147483646 w 2884"/>
              <a:gd name="T29" fmla="*/ 0 h 286"/>
              <a:gd name="T30" fmla="*/ 0 w 2884"/>
              <a:gd name="T31" fmla="*/ 0 h 2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884" h="286">
                <a:moveTo>
                  <a:pt x="0" y="0"/>
                </a:moveTo>
                <a:lnTo>
                  <a:pt x="0" y="285"/>
                </a:lnTo>
                <a:lnTo>
                  <a:pt x="192" y="285"/>
                </a:lnTo>
                <a:lnTo>
                  <a:pt x="384" y="282"/>
                </a:lnTo>
                <a:lnTo>
                  <a:pt x="579" y="276"/>
                </a:lnTo>
                <a:lnTo>
                  <a:pt x="789" y="267"/>
                </a:lnTo>
                <a:lnTo>
                  <a:pt x="999" y="258"/>
                </a:lnTo>
                <a:lnTo>
                  <a:pt x="1161" y="246"/>
                </a:lnTo>
                <a:lnTo>
                  <a:pt x="1302" y="234"/>
                </a:lnTo>
                <a:lnTo>
                  <a:pt x="1458" y="222"/>
                </a:lnTo>
                <a:lnTo>
                  <a:pt x="1665" y="201"/>
                </a:lnTo>
                <a:lnTo>
                  <a:pt x="1992" y="159"/>
                </a:lnTo>
                <a:lnTo>
                  <a:pt x="2301" y="117"/>
                </a:lnTo>
                <a:lnTo>
                  <a:pt x="2604" y="60"/>
                </a:lnTo>
                <a:lnTo>
                  <a:pt x="288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CECB4B11-E963-BFBD-A8F9-8398B9155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CCEAC60F-1061-9089-D94E-424DD21E8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997" name="Rectangle 13">
            <a:extLst>
              <a:ext uri="{FF2B5EF4-FFF2-40B4-BE49-F238E27FC236}">
                <a16:creationId xmlns:a16="http://schemas.microsoft.com/office/drawing/2014/main" id="{9B88E732-EC8D-AC88-76A2-56FD52F05A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8" name="Rectangle 14">
            <a:extLst>
              <a:ext uri="{FF2B5EF4-FFF2-40B4-BE49-F238E27FC236}">
                <a16:creationId xmlns:a16="http://schemas.microsoft.com/office/drawing/2014/main" id="{EFD999F8-CB61-3D8D-6978-E05EDDEF0E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9" name="Rectangle 15">
            <a:extLst>
              <a:ext uri="{FF2B5EF4-FFF2-40B4-BE49-F238E27FC236}">
                <a16:creationId xmlns:a16="http://schemas.microsoft.com/office/drawing/2014/main" id="{456F9798-9EA5-0086-C70F-3FB9A71202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fld id="{3303E746-F35F-4CD2-87B0-33C0FAB69E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3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 autoUpdateAnimBg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669CFF9-B2E1-82CD-6F6E-ECE6BF0D4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3A4327D-EACB-E064-7789-F1D1F6E13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981075"/>
            <a:ext cx="800100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Line 5">
            <a:extLst>
              <a:ext uri="{FF2B5EF4-FFF2-40B4-BE49-F238E27FC236}">
                <a16:creationId xmlns:a16="http://schemas.microsoft.com/office/drawing/2014/main" id="{567A9412-9627-39E3-0007-FD926B9741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090C03D9-C783-5D19-C57C-D0B02BD67C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E8EB1AC1-4F13-1559-FCB6-2782FF3C56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6" name="Rectangle 8">
            <a:extLst>
              <a:ext uri="{FF2B5EF4-FFF2-40B4-BE49-F238E27FC236}">
                <a16:creationId xmlns:a16="http://schemas.microsoft.com/office/drawing/2014/main" id="{205E736C-0C2E-B332-C4E3-B794113CD1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fld id="{F01F3EB3-FE7F-4566-8096-4C94149DCB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056" name="Picture 9">
            <a:extLst>
              <a:ext uri="{FF2B5EF4-FFF2-40B4-BE49-F238E27FC236}">
                <a16:creationId xmlns:a16="http://schemas.microsoft.com/office/drawing/2014/main" id="{394E3854-2CD6-D90A-6193-B14728D1F6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b="17821"/>
          <a:stretch>
            <a:fillRect/>
          </a:stretch>
        </p:blipFill>
        <p:spPr bwMode="auto">
          <a:xfrm>
            <a:off x="7885113" y="115888"/>
            <a:ext cx="11207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3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10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10" Type="http://schemas.openxmlformats.org/officeDocument/2006/relationships/image" Target="../media/image11.e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e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30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2.emf"/><Relationship Id="rId2" Type="http://schemas.openxmlformats.org/officeDocument/2006/relationships/oleObject" Target="../embeddings/oleObject22.bin"/><Relationship Id="rId16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33.e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9.emf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2.emf"/><Relationship Id="rId7" Type="http://schemas.openxmlformats.org/officeDocument/2006/relationships/image" Target="../media/image44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png"/><Relationship Id="rId5" Type="http://schemas.openxmlformats.org/officeDocument/2006/relationships/image" Target="../media/image43.e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47.emf"/><Relationship Id="rId7" Type="http://schemas.openxmlformats.org/officeDocument/2006/relationships/image" Target="../media/image46.png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emf"/><Relationship Id="rId5" Type="http://schemas.openxmlformats.org/officeDocument/2006/relationships/image" Target="../media/image45.png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46.png"/><Relationship Id="rId4" Type="http://schemas.openxmlformats.org/officeDocument/2006/relationships/oleObject" Target="../embeddings/oleObject5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50.emf"/><Relationship Id="rId7" Type="http://schemas.openxmlformats.org/officeDocument/2006/relationships/oleObject" Target="../embeddings/oleObject53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51.emf"/><Relationship Id="rId4" Type="http://schemas.openxmlformats.org/officeDocument/2006/relationships/oleObject" Target="../embeddings/oleObject52.bin"/><Relationship Id="rId9" Type="http://schemas.openxmlformats.org/officeDocument/2006/relationships/slide" Target="slide2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3.emf"/><Relationship Id="rId7" Type="http://schemas.openxmlformats.org/officeDocument/2006/relationships/oleObject" Target="../embeddings/oleObject56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55.bin"/><Relationship Id="rId9" Type="http://schemas.openxmlformats.org/officeDocument/2006/relationships/slide" Target="slide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6.emf"/><Relationship Id="rId7" Type="http://schemas.openxmlformats.org/officeDocument/2006/relationships/oleObject" Target="../embeddings/oleObject59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8.bin"/><Relationship Id="rId9" Type="http://schemas.openxmlformats.org/officeDocument/2006/relationships/slide" Target="slide2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59.emf"/><Relationship Id="rId7" Type="http://schemas.openxmlformats.org/officeDocument/2006/relationships/oleObject" Target="../embeddings/oleObject62.bin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60.emf"/><Relationship Id="rId4" Type="http://schemas.openxmlformats.org/officeDocument/2006/relationships/oleObject" Target="../embeddings/oleObject61.bin"/><Relationship Id="rId9" Type="http://schemas.openxmlformats.org/officeDocument/2006/relationships/slide" Target="slide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6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13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65.e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1.emf"/><Relationship Id="rId4" Type="http://schemas.openxmlformats.org/officeDocument/2006/relationships/oleObject" Target="../embeddings/oleObject7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emf"/><Relationship Id="rId4" Type="http://schemas.openxmlformats.org/officeDocument/2006/relationships/oleObject" Target="../embeddings/oleObject7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6.emf"/><Relationship Id="rId12" Type="http://schemas.openxmlformats.org/officeDocument/2006/relationships/oleObject" Target="../embeddings/oleObject80.bin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8.emf"/><Relationship Id="rId5" Type="http://schemas.openxmlformats.org/officeDocument/2006/relationships/image" Target="../media/image75.emf"/><Relationship Id="rId15" Type="http://schemas.openxmlformats.org/officeDocument/2006/relationships/image" Target="../media/image80.e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7.emf"/><Relationship Id="rId14" Type="http://schemas.openxmlformats.org/officeDocument/2006/relationships/oleObject" Target="../embeddings/oleObject81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D6A1E66A-34E4-807E-611D-AE0159154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6553200"/>
            <a:ext cx="434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400">
                <a:latin typeface="Times New Roman" panose="02020603050405020304" pitchFamily="18" charset="0"/>
              </a:rPr>
              <a:t>版权所有</a:t>
            </a:r>
            <a:r>
              <a:rPr kumimoji="1" lang="zh-CN" altLang="zh-CN" sz="1400"/>
              <a:t>, </a:t>
            </a:r>
            <a:r>
              <a:rPr kumimoji="1" lang="en-US" altLang="zh-CN" sz="1400"/>
              <a:t>2000,2008</a:t>
            </a:r>
            <a:r>
              <a:rPr kumimoji="1" lang="zh-CN" altLang="zh-CN" sz="1400"/>
              <a:t> (</a:t>
            </a:r>
            <a:r>
              <a:rPr kumimoji="1" lang="en-US" altLang="zh-CN" sz="1400"/>
              <a:t>c) </a:t>
            </a:r>
            <a:r>
              <a:rPr kumimoji="1" lang="zh-CN" altLang="en-US" sz="1400"/>
              <a:t>华中科技大学力学系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D3DDD2E1-EEEB-477F-3824-C2A1D3C83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13" y="5106988"/>
            <a:ext cx="44958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华中科技大学     力学系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F6E3AC86-440C-429A-2CAC-EE732D4C5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38100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李  国  清</a:t>
            </a:r>
          </a:p>
        </p:txBody>
      </p:sp>
      <p:sp useBgFill="1">
        <p:nvSpPr>
          <p:cNvPr id="16389" name="Text Box 5">
            <a:extLst>
              <a:ext uri="{FF2B5EF4-FFF2-40B4-BE49-F238E27FC236}">
                <a16:creationId xmlns:a16="http://schemas.microsoft.com/office/drawing/2014/main" id="{CBD3C79F-2881-6E59-466A-5327782B5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13" y="1100138"/>
            <a:ext cx="3900487" cy="973137"/>
          </a:xfrm>
          <a:prstGeom prst="rect">
            <a:avLst/>
          </a:prstGeom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t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6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材 料 力 学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51415B17-1F29-C859-C819-454077839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6172200"/>
            <a:ext cx="434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>
                <a:latin typeface="Times New Roman" panose="02020603050405020304" pitchFamily="18" charset="0"/>
              </a:rPr>
              <a:t>copyright</a:t>
            </a:r>
            <a:r>
              <a:rPr kumimoji="1" lang="zh-CN" altLang="zh-CN" sz="1400"/>
              <a:t>, </a:t>
            </a:r>
            <a:r>
              <a:rPr kumimoji="1" lang="en-US" altLang="zh-CN" sz="1400"/>
              <a:t>2000-2008</a:t>
            </a:r>
            <a:r>
              <a:rPr kumimoji="1" lang="zh-CN" altLang="zh-CN" sz="1400"/>
              <a:t> (</a:t>
            </a:r>
            <a:r>
              <a:rPr kumimoji="1" lang="en-US" altLang="zh-CN" sz="1400"/>
              <a:t>c) Dept. Mech., HUST , China</a:t>
            </a:r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CA71DA18-4879-F425-8487-9979BAB39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25400" cap="sq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/>
          <a:lstStyle/>
          <a:p>
            <a:endParaRPr lang="zh-CN" altLang="en-US"/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694146E6-074B-1F93-0831-4857FBFB7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84150"/>
            <a:ext cx="3708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Garamond" panose="02020404030301010803" pitchFamily="18" charset="0"/>
              </a:rPr>
              <a:t>2008</a:t>
            </a:r>
            <a:r>
              <a:rPr lang="zh-CN" altLang="en-US" sz="2400" b="1">
                <a:solidFill>
                  <a:schemeClr val="tx2"/>
                </a:solidFill>
                <a:latin typeface="Garamond" panose="02020404030301010803" pitchFamily="18" charset="0"/>
              </a:rPr>
              <a:t>年讲习班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C5192D9E-CEE8-87FA-AEBB-BF9858C72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774950"/>
            <a:ext cx="6119812" cy="654050"/>
          </a:xfrm>
          <a:prstGeom prst="rect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6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平面直梁的一般求解方法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C28EAF1F-6D5A-E7A9-2D79-BB8F3D241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333375"/>
            <a:ext cx="6119813" cy="654050"/>
          </a:xfrm>
          <a:prstGeom prst="rect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6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平面直梁的一般求解方法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72BAFF88-0685-893F-51F6-A90174956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133600"/>
            <a:ext cx="5538788" cy="592138"/>
          </a:xfrm>
          <a:prstGeom prst="rect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一、从实例入手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503C78BA-9F31-27AC-9EE3-35819CA3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4027488"/>
            <a:ext cx="6248400" cy="592137"/>
          </a:xfrm>
          <a:prstGeom prst="rect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三、再认识平面直梁</a:t>
            </a:r>
            <a:r>
              <a:rPr kumimoji="1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2788CC72-0D45-A334-806C-42C2F5620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067050"/>
            <a:ext cx="5756275" cy="592138"/>
          </a:xfrm>
          <a:prstGeom prst="rect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二、平面直梁的一般求解方法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72" name="Object 304">
            <a:extLst>
              <a:ext uri="{FF2B5EF4-FFF2-40B4-BE49-F238E27FC236}">
                <a16:creationId xmlns:a16="http://schemas.microsoft.com/office/drawing/2014/main" id="{97263F4C-3646-2C81-D8E6-7C90807E2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7263" y="2232025"/>
          <a:ext cx="40465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9268" imgH="399995" progId="Equation.DSMT4">
                  <p:embed/>
                </p:oleObj>
              </mc:Choice>
              <mc:Fallback>
                <p:oleObj name="Equation" r:id="rId2" imgW="1819268" imgH="399995" progId="Equation.DSMT4">
                  <p:embed/>
                  <p:pic>
                    <p:nvPicPr>
                      <p:cNvPr id="0" name="Object 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2232025"/>
                        <a:ext cx="40465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6">
            <a:extLst>
              <a:ext uri="{FF2B5EF4-FFF2-40B4-BE49-F238E27FC236}">
                <a16:creationId xmlns:a16="http://schemas.microsoft.com/office/drawing/2014/main" id="{8AFF5B39-CB48-2272-2942-7D216BADB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5888"/>
            <a:ext cx="4819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1 </a:t>
            </a:r>
            <a:r>
              <a:rPr lang="zh-CN" altLang="en-US" sz="2400" b="1"/>
              <a:t>按叠加原理求图示梁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zh-CN" altLang="en-US" sz="2400" b="1"/>
              <a:t>点挠度</a:t>
            </a:r>
            <a:r>
              <a:rPr lang="en-US" altLang="zh-CN" sz="2400" b="1"/>
              <a:t>.</a:t>
            </a:r>
          </a:p>
        </p:txBody>
      </p:sp>
      <p:sp>
        <p:nvSpPr>
          <p:cNvPr id="9220" name="Rectangle 313">
            <a:extLst>
              <a:ext uri="{FF2B5EF4-FFF2-40B4-BE49-F238E27FC236}">
                <a16:creationId xmlns:a16="http://schemas.microsoft.com/office/drawing/2014/main" id="{0CC6EC36-5F82-9E81-456F-746AE963CC0C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graphicFrame>
        <p:nvGraphicFramePr>
          <p:cNvPr id="58673" name="Object 305">
            <a:extLst>
              <a:ext uri="{FF2B5EF4-FFF2-40B4-BE49-F238E27FC236}">
                <a16:creationId xmlns:a16="http://schemas.microsoft.com/office/drawing/2014/main" id="{548E2391-47C2-FF94-D8F4-6C5190CF0BBA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5292725" y="3844925"/>
          <a:ext cx="30241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62068" imgH="219017" progId="Equation.DSMT4">
                  <p:embed/>
                </p:oleObj>
              </mc:Choice>
              <mc:Fallback>
                <p:oleObj name="Equation" r:id="rId4" imgW="1362068" imgH="219017" progId="Equation.DSMT4">
                  <p:embed/>
                  <p:pic>
                    <p:nvPicPr>
                      <p:cNvPr id="0" name="Object 3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844925"/>
                        <a:ext cx="30241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2" name="Group 315">
            <a:extLst>
              <a:ext uri="{FF2B5EF4-FFF2-40B4-BE49-F238E27FC236}">
                <a16:creationId xmlns:a16="http://schemas.microsoft.com/office/drawing/2014/main" id="{55F0592B-9B39-4B60-A8A6-EA031926C19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685800"/>
            <a:ext cx="4038600" cy="2054225"/>
            <a:chOff x="144" y="432"/>
            <a:chExt cx="2544" cy="1294"/>
          </a:xfrm>
        </p:grpSpPr>
        <p:grpSp>
          <p:nvGrpSpPr>
            <p:cNvPr id="9300" name="Group 113">
              <a:extLst>
                <a:ext uri="{FF2B5EF4-FFF2-40B4-BE49-F238E27FC236}">
                  <a16:creationId xmlns:a16="http://schemas.microsoft.com/office/drawing/2014/main" id="{84301C77-35D1-86E4-F52E-EC299AB94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432"/>
              <a:ext cx="2544" cy="912"/>
              <a:chOff x="192" y="3264"/>
              <a:chExt cx="2544" cy="912"/>
            </a:xfrm>
          </p:grpSpPr>
          <p:grpSp>
            <p:nvGrpSpPr>
              <p:cNvPr id="9302" name="Group 114">
                <a:extLst>
                  <a:ext uri="{FF2B5EF4-FFF2-40B4-BE49-F238E27FC236}">
                    <a16:creationId xmlns:a16="http://schemas.microsoft.com/office/drawing/2014/main" id="{A33B374E-44CA-A526-1BC9-2CC72F4B3D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3264"/>
                <a:ext cx="2544" cy="912"/>
                <a:chOff x="192" y="3264"/>
                <a:chExt cx="2544" cy="912"/>
              </a:xfrm>
            </p:grpSpPr>
            <p:grpSp>
              <p:nvGrpSpPr>
                <p:cNvPr id="9305" name="Group 115">
                  <a:extLst>
                    <a:ext uri="{FF2B5EF4-FFF2-40B4-BE49-F238E27FC236}">
                      <a16:creationId xmlns:a16="http://schemas.microsoft.com/office/drawing/2014/main" id="{475FD08E-E6B9-BF09-7EC1-2EDBC65C7E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2" y="3264"/>
                  <a:ext cx="2454" cy="384"/>
                  <a:chOff x="282" y="480"/>
                  <a:chExt cx="2454" cy="384"/>
                </a:xfrm>
              </p:grpSpPr>
              <p:sp>
                <p:nvSpPr>
                  <p:cNvPr id="9317" name="Text Box 116">
                    <a:extLst>
                      <a:ext uri="{FF2B5EF4-FFF2-40B4-BE49-F238E27FC236}">
                        <a16:creationId xmlns:a16="http://schemas.microsoft.com/office/drawing/2014/main" id="{ECE7928B-295E-0FAF-6AB0-8F07F8C5791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4" y="480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b="1" i="1">
                        <a:latin typeface="Times New Roman" panose="02020603050405020304" pitchFamily="18" charset="0"/>
                      </a:rPr>
                      <a:t>q</a:t>
                    </a:r>
                  </a:p>
                </p:txBody>
              </p:sp>
              <p:grpSp>
                <p:nvGrpSpPr>
                  <p:cNvPr id="9318" name="Group 117">
                    <a:extLst>
                      <a:ext uri="{FF2B5EF4-FFF2-40B4-BE49-F238E27FC236}">
                        <a16:creationId xmlns:a16="http://schemas.microsoft.com/office/drawing/2014/main" id="{4C2DC09A-5D0E-2219-0989-C46AD4FC68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2" y="576"/>
                    <a:ext cx="1974" cy="288"/>
                    <a:chOff x="3402" y="1680"/>
                    <a:chExt cx="1974" cy="288"/>
                  </a:xfrm>
                </p:grpSpPr>
                <p:sp>
                  <p:nvSpPr>
                    <p:cNvPr id="9319" name="AutoShape 118">
                      <a:extLst>
                        <a:ext uri="{FF2B5EF4-FFF2-40B4-BE49-F238E27FC236}">
                          <a16:creationId xmlns:a16="http://schemas.microsoft.com/office/drawing/2014/main" id="{2DB9A8E0-5379-BCA3-E80D-00AF6FBE941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0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0" name="AutoShape 119">
                      <a:extLst>
                        <a:ext uri="{FF2B5EF4-FFF2-40B4-BE49-F238E27FC236}">
                          <a16:creationId xmlns:a16="http://schemas.microsoft.com/office/drawing/2014/main" id="{6189A4CB-1178-FCDE-4711-4138A0BF5A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9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1" name="AutoShape 120">
                      <a:extLst>
                        <a:ext uri="{FF2B5EF4-FFF2-40B4-BE49-F238E27FC236}">
                          <a16:creationId xmlns:a16="http://schemas.microsoft.com/office/drawing/2014/main" id="{5A92CA2D-2987-671B-306A-8AEFFCE55F6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2" name="AutoShape 121">
                      <a:extLst>
                        <a:ext uri="{FF2B5EF4-FFF2-40B4-BE49-F238E27FC236}">
                          <a16:creationId xmlns:a16="http://schemas.microsoft.com/office/drawing/2014/main" id="{883E30F5-4E08-C01A-D53C-ED22A0F94D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3" name="AutoShape 122">
                      <a:extLst>
                        <a:ext uri="{FF2B5EF4-FFF2-40B4-BE49-F238E27FC236}">
                          <a16:creationId xmlns:a16="http://schemas.microsoft.com/office/drawing/2014/main" id="{4B985358-D646-3F73-237C-BFAE37A978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4" name="Line 123">
                      <a:extLst>
                        <a:ext uri="{FF2B5EF4-FFF2-40B4-BE49-F238E27FC236}">
                          <a16:creationId xmlns:a16="http://schemas.microsoft.com/office/drawing/2014/main" id="{4A2A027C-3EB4-6345-9C19-E359E98223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02" y="1680"/>
                      <a:ext cx="197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325" name="AutoShape 124">
                      <a:extLst>
                        <a:ext uri="{FF2B5EF4-FFF2-40B4-BE49-F238E27FC236}">
                          <a16:creationId xmlns:a16="http://schemas.microsoft.com/office/drawing/2014/main" id="{FB014F6E-10EF-7FB9-5426-4809C54C1B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6" name="AutoShape 125">
                      <a:extLst>
                        <a:ext uri="{FF2B5EF4-FFF2-40B4-BE49-F238E27FC236}">
                          <a16:creationId xmlns:a16="http://schemas.microsoft.com/office/drawing/2014/main" id="{B75D6CFA-992B-DB4C-E428-7DC28ED96D1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6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7" name="AutoShape 126">
                      <a:extLst>
                        <a:ext uri="{FF2B5EF4-FFF2-40B4-BE49-F238E27FC236}">
                          <a16:creationId xmlns:a16="http://schemas.microsoft.com/office/drawing/2014/main" id="{DE18A484-8DBC-B725-B52A-8E98D82E70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8" name="AutoShape 127">
                      <a:extLst>
                        <a:ext uri="{FF2B5EF4-FFF2-40B4-BE49-F238E27FC236}">
                          <a16:creationId xmlns:a16="http://schemas.microsoft.com/office/drawing/2014/main" id="{1A30B36C-B89B-EB77-07FF-BEDEF2D3BC9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29" name="AutoShape 128">
                      <a:extLst>
                        <a:ext uri="{FF2B5EF4-FFF2-40B4-BE49-F238E27FC236}">
                          <a16:creationId xmlns:a16="http://schemas.microsoft.com/office/drawing/2014/main" id="{8C8AE9AF-B99D-E60A-A9B2-E79255C306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3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330" name="AutoShape 129">
                      <a:extLst>
                        <a:ext uri="{FF2B5EF4-FFF2-40B4-BE49-F238E27FC236}">
                          <a16:creationId xmlns:a16="http://schemas.microsoft.com/office/drawing/2014/main" id="{555BEA1D-6213-A5D3-F7DB-252C125AD2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2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9306" name="Group 130">
                  <a:extLst>
                    <a:ext uri="{FF2B5EF4-FFF2-40B4-BE49-F238E27FC236}">
                      <a16:creationId xmlns:a16="http://schemas.microsoft.com/office/drawing/2014/main" id="{9D5752BB-2C0E-FE7A-790A-B3BBB25522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" y="3840"/>
                  <a:ext cx="1920" cy="336"/>
                  <a:chOff x="288" y="1056"/>
                  <a:chExt cx="1920" cy="336"/>
                </a:xfrm>
              </p:grpSpPr>
              <p:sp>
                <p:nvSpPr>
                  <p:cNvPr id="9313" name="Line 131">
                    <a:extLst>
                      <a:ext uri="{FF2B5EF4-FFF2-40B4-BE49-F238E27FC236}">
                        <a16:creationId xmlns:a16="http://schemas.microsoft.com/office/drawing/2014/main" id="{0F70723A-5442-17F1-D7F7-F538D97F5A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" y="12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14" name="Line 132">
                    <a:extLst>
                      <a:ext uri="{FF2B5EF4-FFF2-40B4-BE49-F238E27FC236}">
                        <a16:creationId xmlns:a16="http://schemas.microsoft.com/office/drawing/2014/main" id="{9A1030B4-3695-3470-830F-DF0B180591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8" y="12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15" name="Line 133">
                    <a:extLst>
                      <a:ext uri="{FF2B5EF4-FFF2-40B4-BE49-F238E27FC236}">
                        <a16:creationId xmlns:a16="http://schemas.microsoft.com/office/drawing/2014/main" id="{4D521B9E-0AC4-4189-F5E8-1CCB07C2AA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" y="1296"/>
                    <a:ext cx="192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stealth" w="med" len="lg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16" name="Text Box 134">
                    <a:extLst>
                      <a:ext uri="{FF2B5EF4-FFF2-40B4-BE49-F238E27FC236}">
                        <a16:creationId xmlns:a16="http://schemas.microsoft.com/office/drawing/2014/main" id="{C9F808E8-B793-CC12-AB2B-1FA2547A771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1056"/>
                    <a:ext cx="62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i="1">
                        <a:latin typeface="Times New Roman" panose="02020603050405020304" pitchFamily="18" charset="0"/>
                      </a:rPr>
                      <a:t>l</a:t>
                    </a:r>
                  </a:p>
                </p:txBody>
              </p:sp>
            </p:grpSp>
            <p:sp>
              <p:nvSpPr>
                <p:cNvPr id="9307" name="Rectangle 135">
                  <a:extLst>
                    <a:ext uri="{FF2B5EF4-FFF2-40B4-BE49-F238E27FC236}">
                      <a16:creationId xmlns:a16="http://schemas.microsoft.com/office/drawing/2014/main" id="{08DE19DD-4C78-925A-945C-BEF46E61F5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" y="3648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308" name="Group 136">
                  <a:extLst>
                    <a:ext uri="{FF2B5EF4-FFF2-40B4-BE49-F238E27FC236}">
                      <a16:creationId xmlns:a16="http://schemas.microsoft.com/office/drawing/2014/main" id="{6B118BA4-ED79-5025-DB67-B6159FCC0F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3456"/>
                  <a:ext cx="96" cy="480"/>
                  <a:chOff x="192" y="672"/>
                  <a:chExt cx="96" cy="480"/>
                </a:xfrm>
              </p:grpSpPr>
              <p:sp>
                <p:nvSpPr>
                  <p:cNvPr id="9311" name="Rectangle 137">
                    <a:extLst>
                      <a:ext uri="{FF2B5EF4-FFF2-40B4-BE49-F238E27FC236}">
                        <a16:creationId xmlns:a16="http://schemas.microsoft.com/office/drawing/2014/main" id="{1D5BAA7F-90B6-70F7-5B04-E76799B254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" y="672"/>
                    <a:ext cx="96" cy="480"/>
                  </a:xfrm>
                  <a:prstGeom prst="rect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312" name="Line 138">
                    <a:extLst>
                      <a:ext uri="{FF2B5EF4-FFF2-40B4-BE49-F238E27FC236}">
                        <a16:creationId xmlns:a16="http://schemas.microsoft.com/office/drawing/2014/main" id="{3B41A673-FCE3-6AF5-3730-F14733A87D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" y="672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309" name="Line 139">
                  <a:extLst>
                    <a:ext uri="{FF2B5EF4-FFF2-40B4-BE49-F238E27FC236}">
                      <a16:creationId xmlns:a16="http://schemas.microsoft.com/office/drawing/2014/main" id="{040D44D7-8203-D7F3-94D0-3A5C0A7866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08" y="3744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10" name="Text Box 140">
                  <a:extLst>
                    <a:ext uri="{FF2B5EF4-FFF2-40B4-BE49-F238E27FC236}">
                      <a16:creationId xmlns:a16="http://schemas.microsoft.com/office/drawing/2014/main" id="{0E3DA61D-F725-B219-EC94-D081D19F79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388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kumimoji="1" lang="zh-CN" altLang="zh-CN" sz="2400" b="1" i="1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03" name="Text Box 141">
                <a:extLst>
                  <a:ext uri="{FF2B5EF4-FFF2-40B4-BE49-F238E27FC236}">
                    <a16:creationId xmlns:a16="http://schemas.microsoft.com/office/drawing/2014/main" id="{6F04C81F-9EB8-C619-1D6F-C2E48D201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369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304" name="Text Box 142">
                <a:extLst>
                  <a:ext uri="{FF2B5EF4-FFF2-40B4-BE49-F238E27FC236}">
                    <a16:creationId xmlns:a16="http://schemas.microsoft.com/office/drawing/2014/main" id="{A2FC9828-F4F7-2BD9-E283-C25EF4B57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360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aphicFrame>
          <p:nvGraphicFramePr>
            <p:cNvPr id="9301" name="Object 214">
              <a:extLst>
                <a:ext uri="{FF2B5EF4-FFF2-40B4-BE49-F238E27FC236}">
                  <a16:creationId xmlns:a16="http://schemas.microsoft.com/office/drawing/2014/main" id="{24177A58-D9FD-5E01-6369-DDAEE11EFC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62" y="1207"/>
            <a:ext cx="72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45863" imgH="393529" progId="Equation.DSMT4">
                    <p:embed/>
                  </p:oleObj>
                </mc:Choice>
                <mc:Fallback>
                  <p:oleObj name="Equation" r:id="rId7" imgW="545863" imgH="393529" progId="Equation.DSMT4">
                    <p:embed/>
                    <p:pic>
                      <p:nvPicPr>
                        <p:cNvPr id="0" name="Object 2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2" y="1207"/>
                          <a:ext cx="720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665" name="Group 297">
            <a:extLst>
              <a:ext uri="{FF2B5EF4-FFF2-40B4-BE49-F238E27FC236}">
                <a16:creationId xmlns:a16="http://schemas.microsoft.com/office/drawing/2014/main" id="{64753A94-DF70-9DEF-469B-81DC09B5039D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2276475"/>
            <a:ext cx="85725" cy="296863"/>
            <a:chOff x="3909" y="935"/>
            <a:chExt cx="54" cy="187"/>
          </a:xfrm>
        </p:grpSpPr>
        <p:sp>
          <p:nvSpPr>
            <p:cNvPr id="9298" name="Line 223">
              <a:extLst>
                <a:ext uri="{FF2B5EF4-FFF2-40B4-BE49-F238E27FC236}">
                  <a16:creationId xmlns:a16="http://schemas.microsoft.com/office/drawing/2014/main" id="{F886505B-32C5-DC03-3EA2-000F7ABA1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9" y="935"/>
              <a:ext cx="0" cy="18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9" name="Line 224">
              <a:extLst>
                <a:ext uri="{FF2B5EF4-FFF2-40B4-BE49-F238E27FC236}">
                  <a16:creationId xmlns:a16="http://schemas.microsoft.com/office/drawing/2014/main" id="{13173A5B-AF56-567D-EE1F-ABDB8ACBE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3" y="935"/>
              <a:ext cx="0" cy="18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685" name="Group 317">
            <a:extLst>
              <a:ext uri="{FF2B5EF4-FFF2-40B4-BE49-F238E27FC236}">
                <a16:creationId xmlns:a16="http://schemas.microsoft.com/office/drawing/2014/main" id="{664FEC50-152B-141D-0737-8685DA8FC3A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800600"/>
            <a:ext cx="4038600" cy="1325563"/>
            <a:chOff x="144" y="3024"/>
            <a:chExt cx="2544" cy="835"/>
          </a:xfrm>
        </p:grpSpPr>
        <p:grpSp>
          <p:nvGrpSpPr>
            <p:cNvPr id="9258" name="Group 170">
              <a:extLst>
                <a:ext uri="{FF2B5EF4-FFF2-40B4-BE49-F238E27FC236}">
                  <a16:creationId xmlns:a16="http://schemas.microsoft.com/office/drawing/2014/main" id="{5C546439-3E7A-DA04-F13E-F30269D7CA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024"/>
              <a:ext cx="2544" cy="768"/>
              <a:chOff x="144" y="2880"/>
              <a:chExt cx="2544" cy="768"/>
            </a:xfrm>
          </p:grpSpPr>
          <p:grpSp>
            <p:nvGrpSpPr>
              <p:cNvPr id="9262" name="Group 171">
                <a:extLst>
                  <a:ext uri="{FF2B5EF4-FFF2-40B4-BE49-F238E27FC236}">
                    <a16:creationId xmlns:a16="http://schemas.microsoft.com/office/drawing/2014/main" id="{92DF2DF4-97CF-5441-7174-E2DDCF110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4" y="2880"/>
                <a:ext cx="2454" cy="384"/>
                <a:chOff x="282" y="480"/>
                <a:chExt cx="2454" cy="384"/>
              </a:xfrm>
            </p:grpSpPr>
            <p:sp>
              <p:nvSpPr>
                <p:cNvPr id="9284" name="Text Box 172">
                  <a:extLst>
                    <a:ext uri="{FF2B5EF4-FFF2-40B4-BE49-F238E27FC236}">
                      <a16:creationId xmlns:a16="http://schemas.microsoft.com/office/drawing/2014/main" id="{BACA76D3-4AD3-8B40-DC7C-232AE18FE2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480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q</a:t>
                  </a:r>
                </a:p>
              </p:txBody>
            </p:sp>
            <p:grpSp>
              <p:nvGrpSpPr>
                <p:cNvPr id="9285" name="Group 173">
                  <a:extLst>
                    <a:ext uri="{FF2B5EF4-FFF2-40B4-BE49-F238E27FC236}">
                      <a16:creationId xmlns:a16="http://schemas.microsoft.com/office/drawing/2014/main" id="{AABF4CE3-F98B-5585-4912-D77BB4298A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2" y="576"/>
                  <a:ext cx="1974" cy="288"/>
                  <a:chOff x="3402" y="1680"/>
                  <a:chExt cx="1974" cy="288"/>
                </a:xfrm>
              </p:grpSpPr>
              <p:sp>
                <p:nvSpPr>
                  <p:cNvPr id="9286" name="AutoShape 174">
                    <a:extLst>
                      <a:ext uri="{FF2B5EF4-FFF2-40B4-BE49-F238E27FC236}">
                        <a16:creationId xmlns:a16="http://schemas.microsoft.com/office/drawing/2014/main" id="{2662C0CC-93FF-450C-A3BC-364586FA84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2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87" name="AutoShape 175">
                    <a:extLst>
                      <a:ext uri="{FF2B5EF4-FFF2-40B4-BE49-F238E27FC236}">
                        <a16:creationId xmlns:a16="http://schemas.microsoft.com/office/drawing/2014/main" id="{E92AE23D-F3FE-19ED-9D49-FF98E10383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94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88" name="AutoShape 176">
                    <a:extLst>
                      <a:ext uri="{FF2B5EF4-FFF2-40B4-BE49-F238E27FC236}">
                        <a16:creationId xmlns:a16="http://schemas.microsoft.com/office/drawing/2014/main" id="{B63A3170-27FD-5FF4-5F8C-CD6D525BFC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6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89" name="AutoShape 177">
                    <a:extLst>
                      <a:ext uri="{FF2B5EF4-FFF2-40B4-BE49-F238E27FC236}">
                        <a16:creationId xmlns:a16="http://schemas.microsoft.com/office/drawing/2014/main" id="{BE11187B-6C7A-B111-26A1-4D005F3EB2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78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0" name="AutoShape 178">
                    <a:extLst>
                      <a:ext uri="{FF2B5EF4-FFF2-40B4-BE49-F238E27FC236}">
                        <a16:creationId xmlns:a16="http://schemas.microsoft.com/office/drawing/2014/main" id="{0665DF35-1E28-B0DF-AA70-764F301E5F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70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1" name="Line 179">
                    <a:extLst>
                      <a:ext uri="{FF2B5EF4-FFF2-40B4-BE49-F238E27FC236}">
                        <a16:creationId xmlns:a16="http://schemas.microsoft.com/office/drawing/2014/main" id="{08DE0321-B94C-3421-1CEB-B0B9BA05BD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02" y="1680"/>
                    <a:ext cx="197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92" name="AutoShape 180">
                    <a:extLst>
                      <a:ext uri="{FF2B5EF4-FFF2-40B4-BE49-F238E27FC236}">
                        <a16:creationId xmlns:a16="http://schemas.microsoft.com/office/drawing/2014/main" id="{BDA223C3-63E3-2DF5-3020-F704D5C69F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3" name="AutoShape 181">
                    <a:extLst>
                      <a:ext uri="{FF2B5EF4-FFF2-40B4-BE49-F238E27FC236}">
                        <a16:creationId xmlns:a16="http://schemas.microsoft.com/office/drawing/2014/main" id="{D9DD2376-6F05-F804-B8C7-5B108BA4F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4" name="AutoShape 182">
                    <a:extLst>
                      <a:ext uri="{FF2B5EF4-FFF2-40B4-BE49-F238E27FC236}">
                        <a16:creationId xmlns:a16="http://schemas.microsoft.com/office/drawing/2014/main" id="{E8134411-60C6-4389-FD85-E91FA96625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5" name="AutoShape 183">
                    <a:extLst>
                      <a:ext uri="{FF2B5EF4-FFF2-40B4-BE49-F238E27FC236}">
                        <a16:creationId xmlns:a16="http://schemas.microsoft.com/office/drawing/2014/main" id="{0CD5D367-3CE4-ADCA-F7A5-8E89C238DC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4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6" name="AutoShape 184">
                    <a:extLst>
                      <a:ext uri="{FF2B5EF4-FFF2-40B4-BE49-F238E27FC236}">
                        <a16:creationId xmlns:a16="http://schemas.microsoft.com/office/drawing/2014/main" id="{657D2A6A-9E69-6EAB-2143-7A1250028D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36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297" name="AutoShape 185">
                    <a:extLst>
                      <a:ext uri="{FF2B5EF4-FFF2-40B4-BE49-F238E27FC236}">
                        <a16:creationId xmlns:a16="http://schemas.microsoft.com/office/drawing/2014/main" id="{8A799E18-3E84-153B-82B9-ACDE17A29D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28" y="1680"/>
                    <a:ext cx="48" cy="288"/>
                  </a:xfrm>
                  <a:prstGeom prst="downArrow">
                    <a:avLst>
                      <a:gd name="adj1" fmla="val 50000"/>
                      <a:gd name="adj2" fmla="val 150000"/>
                    </a:avLst>
                  </a:prstGeom>
                  <a:solidFill>
                    <a:schemeClr val="accent2"/>
                  </a:solidFill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</p:spPr>
                <p:txBody>
                  <a:bodyPr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9263" name="Group 186">
                <a:extLst>
                  <a:ext uri="{FF2B5EF4-FFF2-40B4-BE49-F238E27FC236}">
                    <a16:creationId xmlns:a16="http://schemas.microsoft.com/office/drawing/2014/main" id="{482E9D2F-B29B-A61B-ABD9-E5E31C7AE6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3072"/>
                <a:ext cx="96" cy="480"/>
                <a:chOff x="192" y="672"/>
                <a:chExt cx="96" cy="480"/>
              </a:xfrm>
            </p:grpSpPr>
            <p:sp>
              <p:nvSpPr>
                <p:cNvPr id="9282" name="Rectangle 187">
                  <a:extLst>
                    <a:ext uri="{FF2B5EF4-FFF2-40B4-BE49-F238E27FC236}">
                      <a16:creationId xmlns:a16="http://schemas.microsoft.com/office/drawing/2014/main" id="{DCDC4B7B-BF8F-0E00-87E9-D8DAF0888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283" name="Line 188">
                  <a:extLst>
                    <a:ext uri="{FF2B5EF4-FFF2-40B4-BE49-F238E27FC236}">
                      <a16:creationId xmlns:a16="http://schemas.microsoft.com/office/drawing/2014/main" id="{67105015-082A-580D-E50C-FF25E2B2A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264" name="Text Box 189">
                <a:extLst>
                  <a:ext uri="{FF2B5EF4-FFF2-40B4-BE49-F238E27FC236}">
                    <a16:creationId xmlns:a16="http://schemas.microsoft.com/office/drawing/2014/main" id="{1573DB54-BA93-7275-0906-62947525F8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331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265" name="Text Box 190">
                <a:extLst>
                  <a:ext uri="{FF2B5EF4-FFF2-40B4-BE49-F238E27FC236}">
                    <a16:creationId xmlns:a16="http://schemas.microsoft.com/office/drawing/2014/main" id="{F682BEF0-DD3F-70C8-36B5-1FE420901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321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9266" name="Group 191">
                <a:extLst>
                  <a:ext uri="{FF2B5EF4-FFF2-40B4-BE49-F238E27FC236}">
                    <a16:creationId xmlns:a16="http://schemas.microsoft.com/office/drawing/2014/main" id="{9757FA61-ACD9-89C7-9C54-C32D77FC17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" y="3264"/>
                <a:ext cx="1977" cy="384"/>
                <a:chOff x="231" y="3264"/>
                <a:chExt cx="1977" cy="384"/>
              </a:xfrm>
            </p:grpSpPr>
            <p:sp>
              <p:nvSpPr>
                <p:cNvPr id="9267" name="Rectangle 192">
                  <a:extLst>
                    <a:ext uri="{FF2B5EF4-FFF2-40B4-BE49-F238E27FC236}">
                      <a16:creationId xmlns:a16="http://schemas.microsoft.com/office/drawing/2014/main" id="{2CB33240-2561-2DA5-15AB-EF252D138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" y="3264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268" name="Group 193">
                  <a:extLst>
                    <a:ext uri="{FF2B5EF4-FFF2-40B4-BE49-F238E27FC236}">
                      <a16:creationId xmlns:a16="http://schemas.microsoft.com/office/drawing/2014/main" id="{AA904DBA-BE40-2CEC-BE12-1ABDA8E1CB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" y="3305"/>
                  <a:ext cx="1968" cy="343"/>
                  <a:chOff x="3019" y="3704"/>
                  <a:chExt cx="2328" cy="343"/>
                </a:xfrm>
              </p:grpSpPr>
              <p:sp>
                <p:nvSpPr>
                  <p:cNvPr id="9269" name="Freeform 194">
                    <a:extLst>
                      <a:ext uri="{FF2B5EF4-FFF2-40B4-BE49-F238E27FC236}">
                        <a16:creationId xmlns:a16="http://schemas.microsoft.com/office/drawing/2014/main" id="{EB492290-119F-A8CF-A3EE-CF4E30A362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19" y="3704"/>
                    <a:ext cx="194" cy="38"/>
                  </a:xfrm>
                  <a:custGeom>
                    <a:avLst/>
                    <a:gdLst>
                      <a:gd name="T0" fmla="*/ 2 w 194"/>
                      <a:gd name="T1" fmla="*/ 0 h 38"/>
                      <a:gd name="T2" fmla="*/ 0 w 194"/>
                      <a:gd name="T3" fmla="*/ 24 h 38"/>
                      <a:gd name="T4" fmla="*/ 192 w 194"/>
                      <a:gd name="T5" fmla="*/ 38 h 38"/>
                      <a:gd name="T6" fmla="*/ 194 w 194"/>
                      <a:gd name="T7" fmla="*/ 14 h 38"/>
                      <a:gd name="T8" fmla="*/ 2 w 194"/>
                      <a:gd name="T9" fmla="*/ 0 h 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94" h="38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192" y="38"/>
                        </a:lnTo>
                        <a:lnTo>
                          <a:pt x="194" y="14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0" name="Freeform 195">
                    <a:extLst>
                      <a:ext uri="{FF2B5EF4-FFF2-40B4-BE49-F238E27FC236}">
                        <a16:creationId xmlns:a16="http://schemas.microsoft.com/office/drawing/2014/main" id="{DC5E1F4C-B95E-CBA9-D91F-A34FF2B96E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82" y="3723"/>
                    <a:ext cx="26" cy="26"/>
                  </a:xfrm>
                  <a:custGeom>
                    <a:avLst/>
                    <a:gdLst>
                      <a:gd name="T0" fmla="*/ 2 w 26"/>
                      <a:gd name="T1" fmla="*/ 0 h 26"/>
                      <a:gd name="T2" fmla="*/ 0 w 26"/>
                      <a:gd name="T3" fmla="*/ 24 h 26"/>
                      <a:gd name="T4" fmla="*/ 24 w 26"/>
                      <a:gd name="T5" fmla="*/ 26 h 26"/>
                      <a:gd name="T6" fmla="*/ 26 w 26"/>
                      <a:gd name="T7" fmla="*/ 2 h 26"/>
                      <a:gd name="T8" fmla="*/ 2 w 26"/>
                      <a:gd name="T9" fmla="*/ 0 h 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6" h="26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24" y="26"/>
                        </a:lnTo>
                        <a:lnTo>
                          <a:pt x="26" y="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1" name="Freeform 196">
                    <a:extLst>
                      <a:ext uri="{FF2B5EF4-FFF2-40B4-BE49-F238E27FC236}">
                        <a16:creationId xmlns:a16="http://schemas.microsoft.com/office/drawing/2014/main" id="{E046033B-1E4F-B7B2-D3A0-B3A05B2B42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78" y="3730"/>
                    <a:ext cx="194" cy="38"/>
                  </a:xfrm>
                  <a:custGeom>
                    <a:avLst/>
                    <a:gdLst>
                      <a:gd name="T0" fmla="*/ 2 w 194"/>
                      <a:gd name="T1" fmla="*/ 0 h 38"/>
                      <a:gd name="T2" fmla="*/ 0 w 194"/>
                      <a:gd name="T3" fmla="*/ 24 h 38"/>
                      <a:gd name="T4" fmla="*/ 60 w 194"/>
                      <a:gd name="T5" fmla="*/ 28 h 38"/>
                      <a:gd name="T6" fmla="*/ 163 w 194"/>
                      <a:gd name="T7" fmla="*/ 36 h 38"/>
                      <a:gd name="T8" fmla="*/ 192 w 194"/>
                      <a:gd name="T9" fmla="*/ 38 h 38"/>
                      <a:gd name="T10" fmla="*/ 194 w 194"/>
                      <a:gd name="T11" fmla="*/ 14 h 38"/>
                      <a:gd name="T12" fmla="*/ 163 w 194"/>
                      <a:gd name="T13" fmla="*/ 12 h 38"/>
                      <a:gd name="T14" fmla="*/ 60 w 194"/>
                      <a:gd name="T15" fmla="*/ 4 h 38"/>
                      <a:gd name="T16" fmla="*/ 2 w 194"/>
                      <a:gd name="T17" fmla="*/ 0 h 3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4" h="38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60" y="28"/>
                        </a:lnTo>
                        <a:lnTo>
                          <a:pt x="163" y="36"/>
                        </a:lnTo>
                        <a:lnTo>
                          <a:pt x="192" y="38"/>
                        </a:lnTo>
                        <a:lnTo>
                          <a:pt x="194" y="14"/>
                        </a:lnTo>
                        <a:lnTo>
                          <a:pt x="163" y="12"/>
                        </a:lnTo>
                        <a:lnTo>
                          <a:pt x="60" y="4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2" name="Freeform 197">
                    <a:extLst>
                      <a:ext uri="{FF2B5EF4-FFF2-40B4-BE49-F238E27FC236}">
                        <a16:creationId xmlns:a16="http://schemas.microsoft.com/office/drawing/2014/main" id="{13A59C31-1F23-61A1-99B0-4BC9F9A60A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1" y="3750"/>
                    <a:ext cx="26" cy="26"/>
                  </a:xfrm>
                  <a:custGeom>
                    <a:avLst/>
                    <a:gdLst>
                      <a:gd name="T0" fmla="*/ 2 w 26"/>
                      <a:gd name="T1" fmla="*/ 0 h 26"/>
                      <a:gd name="T2" fmla="*/ 0 w 26"/>
                      <a:gd name="T3" fmla="*/ 24 h 26"/>
                      <a:gd name="T4" fmla="*/ 24 w 26"/>
                      <a:gd name="T5" fmla="*/ 26 h 26"/>
                      <a:gd name="T6" fmla="*/ 26 w 26"/>
                      <a:gd name="T7" fmla="*/ 2 h 26"/>
                      <a:gd name="T8" fmla="*/ 2 w 26"/>
                      <a:gd name="T9" fmla="*/ 0 h 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6" h="26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24" y="26"/>
                        </a:lnTo>
                        <a:lnTo>
                          <a:pt x="26" y="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3" name="Freeform 198">
                    <a:extLst>
                      <a:ext uri="{FF2B5EF4-FFF2-40B4-BE49-F238E27FC236}">
                        <a16:creationId xmlns:a16="http://schemas.microsoft.com/office/drawing/2014/main" id="{4356B511-7A18-82F5-16C1-B527F90BD5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37" y="3757"/>
                    <a:ext cx="193" cy="40"/>
                  </a:xfrm>
                  <a:custGeom>
                    <a:avLst/>
                    <a:gdLst>
                      <a:gd name="T0" fmla="*/ 2 w 193"/>
                      <a:gd name="T1" fmla="*/ 0 h 40"/>
                      <a:gd name="T2" fmla="*/ 0 w 193"/>
                      <a:gd name="T3" fmla="*/ 24 h 40"/>
                      <a:gd name="T4" fmla="*/ 5 w 193"/>
                      <a:gd name="T5" fmla="*/ 25 h 40"/>
                      <a:gd name="T6" fmla="*/ 103 w 193"/>
                      <a:gd name="T7" fmla="*/ 33 h 40"/>
                      <a:gd name="T8" fmla="*/ 191 w 193"/>
                      <a:gd name="T9" fmla="*/ 40 h 40"/>
                      <a:gd name="T10" fmla="*/ 193 w 193"/>
                      <a:gd name="T11" fmla="*/ 16 h 40"/>
                      <a:gd name="T12" fmla="*/ 103 w 193"/>
                      <a:gd name="T13" fmla="*/ 9 h 40"/>
                      <a:gd name="T14" fmla="*/ 5 w 193"/>
                      <a:gd name="T15" fmla="*/ 1 h 40"/>
                      <a:gd name="T16" fmla="*/ 2 w 193"/>
                      <a:gd name="T17" fmla="*/ 0 h 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3" h="40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5" y="25"/>
                        </a:lnTo>
                        <a:lnTo>
                          <a:pt x="103" y="33"/>
                        </a:lnTo>
                        <a:lnTo>
                          <a:pt x="191" y="40"/>
                        </a:lnTo>
                        <a:lnTo>
                          <a:pt x="193" y="16"/>
                        </a:lnTo>
                        <a:lnTo>
                          <a:pt x="103" y="9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4" name="Freeform 199">
                    <a:extLst>
                      <a:ext uri="{FF2B5EF4-FFF2-40B4-BE49-F238E27FC236}">
                        <a16:creationId xmlns:a16="http://schemas.microsoft.com/office/drawing/2014/main" id="{B71876EB-A625-DC93-1414-3631F0A5E1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00" y="3780"/>
                    <a:ext cx="26" cy="26"/>
                  </a:xfrm>
                  <a:custGeom>
                    <a:avLst/>
                    <a:gdLst>
                      <a:gd name="T0" fmla="*/ 2 w 26"/>
                      <a:gd name="T1" fmla="*/ 0 h 26"/>
                      <a:gd name="T2" fmla="*/ 0 w 26"/>
                      <a:gd name="T3" fmla="*/ 24 h 26"/>
                      <a:gd name="T4" fmla="*/ 24 w 26"/>
                      <a:gd name="T5" fmla="*/ 26 h 26"/>
                      <a:gd name="T6" fmla="*/ 26 w 26"/>
                      <a:gd name="T7" fmla="*/ 2 h 26"/>
                      <a:gd name="T8" fmla="*/ 2 w 26"/>
                      <a:gd name="T9" fmla="*/ 0 h 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6" h="26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24" y="26"/>
                        </a:lnTo>
                        <a:lnTo>
                          <a:pt x="26" y="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5" name="Freeform 200">
                    <a:extLst>
                      <a:ext uri="{FF2B5EF4-FFF2-40B4-BE49-F238E27FC236}">
                        <a16:creationId xmlns:a16="http://schemas.microsoft.com/office/drawing/2014/main" id="{B8467485-73F5-34CB-F636-15E7281D5F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096" y="3789"/>
                    <a:ext cx="193" cy="43"/>
                  </a:xfrm>
                  <a:custGeom>
                    <a:avLst/>
                    <a:gdLst>
                      <a:gd name="T0" fmla="*/ 2 w 193"/>
                      <a:gd name="T1" fmla="*/ 0 h 43"/>
                      <a:gd name="T2" fmla="*/ 0 w 193"/>
                      <a:gd name="T3" fmla="*/ 24 h 43"/>
                      <a:gd name="T4" fmla="*/ 25 w 193"/>
                      <a:gd name="T5" fmla="*/ 26 h 43"/>
                      <a:gd name="T6" fmla="*/ 114 w 193"/>
                      <a:gd name="T7" fmla="*/ 35 h 43"/>
                      <a:gd name="T8" fmla="*/ 191 w 193"/>
                      <a:gd name="T9" fmla="*/ 43 h 43"/>
                      <a:gd name="T10" fmla="*/ 193 w 193"/>
                      <a:gd name="T11" fmla="*/ 19 h 43"/>
                      <a:gd name="T12" fmla="*/ 114 w 193"/>
                      <a:gd name="T13" fmla="*/ 11 h 43"/>
                      <a:gd name="T14" fmla="*/ 25 w 193"/>
                      <a:gd name="T15" fmla="*/ 2 h 43"/>
                      <a:gd name="T16" fmla="*/ 2 w 193"/>
                      <a:gd name="T17" fmla="*/ 0 h 4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3" h="43">
                        <a:moveTo>
                          <a:pt x="2" y="0"/>
                        </a:moveTo>
                        <a:lnTo>
                          <a:pt x="0" y="24"/>
                        </a:lnTo>
                        <a:lnTo>
                          <a:pt x="25" y="26"/>
                        </a:lnTo>
                        <a:lnTo>
                          <a:pt x="114" y="35"/>
                        </a:lnTo>
                        <a:lnTo>
                          <a:pt x="191" y="43"/>
                        </a:lnTo>
                        <a:lnTo>
                          <a:pt x="193" y="19"/>
                        </a:lnTo>
                        <a:lnTo>
                          <a:pt x="114" y="11"/>
                        </a:lnTo>
                        <a:lnTo>
                          <a:pt x="25" y="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6" name="Freeform 201">
                    <a:extLst>
                      <a:ext uri="{FF2B5EF4-FFF2-40B4-BE49-F238E27FC236}">
                        <a16:creationId xmlns:a16="http://schemas.microsoft.com/office/drawing/2014/main" id="{4F022E22-8A94-8587-8188-0DE7DF54B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58" y="3817"/>
                    <a:ext cx="27" cy="26"/>
                  </a:xfrm>
                  <a:custGeom>
                    <a:avLst/>
                    <a:gdLst>
                      <a:gd name="T0" fmla="*/ 3 w 27"/>
                      <a:gd name="T1" fmla="*/ 0 h 26"/>
                      <a:gd name="T2" fmla="*/ 0 w 27"/>
                      <a:gd name="T3" fmla="*/ 23 h 26"/>
                      <a:gd name="T4" fmla="*/ 19 w 27"/>
                      <a:gd name="T5" fmla="*/ 25 h 26"/>
                      <a:gd name="T6" fmla="*/ 24 w 27"/>
                      <a:gd name="T7" fmla="*/ 26 h 26"/>
                      <a:gd name="T8" fmla="*/ 27 w 27"/>
                      <a:gd name="T9" fmla="*/ 3 h 26"/>
                      <a:gd name="T10" fmla="*/ 19 w 27"/>
                      <a:gd name="T11" fmla="*/ 1 h 26"/>
                      <a:gd name="T12" fmla="*/ 3 w 27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7" h="26">
                        <a:moveTo>
                          <a:pt x="3" y="0"/>
                        </a:moveTo>
                        <a:lnTo>
                          <a:pt x="0" y="23"/>
                        </a:lnTo>
                        <a:lnTo>
                          <a:pt x="19" y="25"/>
                        </a:lnTo>
                        <a:lnTo>
                          <a:pt x="24" y="26"/>
                        </a:lnTo>
                        <a:lnTo>
                          <a:pt x="27" y="3"/>
                        </a:lnTo>
                        <a:lnTo>
                          <a:pt x="19" y="1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7" name="Freeform 202">
                    <a:extLst>
                      <a:ext uri="{FF2B5EF4-FFF2-40B4-BE49-F238E27FC236}">
                        <a16:creationId xmlns:a16="http://schemas.microsoft.com/office/drawing/2014/main" id="{018D67B4-AF97-B87C-DA65-F92778937B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53" y="3828"/>
                    <a:ext cx="194" cy="50"/>
                  </a:xfrm>
                  <a:custGeom>
                    <a:avLst/>
                    <a:gdLst>
                      <a:gd name="T0" fmla="*/ 3 w 194"/>
                      <a:gd name="T1" fmla="*/ 0 h 50"/>
                      <a:gd name="T2" fmla="*/ 0 w 194"/>
                      <a:gd name="T3" fmla="*/ 23 h 50"/>
                      <a:gd name="T4" fmla="*/ 3 w 194"/>
                      <a:gd name="T5" fmla="*/ 24 h 50"/>
                      <a:gd name="T6" fmla="*/ 41 w 194"/>
                      <a:gd name="T7" fmla="*/ 29 h 50"/>
                      <a:gd name="T8" fmla="*/ 77 w 194"/>
                      <a:gd name="T9" fmla="*/ 34 h 50"/>
                      <a:gd name="T10" fmla="*/ 114 w 194"/>
                      <a:gd name="T11" fmla="*/ 39 h 50"/>
                      <a:gd name="T12" fmla="*/ 149 w 194"/>
                      <a:gd name="T13" fmla="*/ 44 h 50"/>
                      <a:gd name="T14" fmla="*/ 190 w 194"/>
                      <a:gd name="T15" fmla="*/ 50 h 50"/>
                      <a:gd name="T16" fmla="*/ 194 w 194"/>
                      <a:gd name="T17" fmla="*/ 27 h 50"/>
                      <a:gd name="T18" fmla="*/ 149 w 194"/>
                      <a:gd name="T19" fmla="*/ 20 h 50"/>
                      <a:gd name="T20" fmla="*/ 114 w 194"/>
                      <a:gd name="T21" fmla="*/ 15 h 50"/>
                      <a:gd name="T22" fmla="*/ 80 w 194"/>
                      <a:gd name="T23" fmla="*/ 11 h 50"/>
                      <a:gd name="T24" fmla="*/ 41 w 194"/>
                      <a:gd name="T25" fmla="*/ 5 h 50"/>
                      <a:gd name="T26" fmla="*/ 3 w 194"/>
                      <a:gd name="T27" fmla="*/ 0 h 5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94" h="50">
                        <a:moveTo>
                          <a:pt x="3" y="0"/>
                        </a:moveTo>
                        <a:lnTo>
                          <a:pt x="0" y="23"/>
                        </a:lnTo>
                        <a:lnTo>
                          <a:pt x="3" y="24"/>
                        </a:lnTo>
                        <a:lnTo>
                          <a:pt x="41" y="29"/>
                        </a:lnTo>
                        <a:lnTo>
                          <a:pt x="77" y="34"/>
                        </a:lnTo>
                        <a:lnTo>
                          <a:pt x="114" y="39"/>
                        </a:lnTo>
                        <a:lnTo>
                          <a:pt x="149" y="44"/>
                        </a:lnTo>
                        <a:lnTo>
                          <a:pt x="190" y="50"/>
                        </a:lnTo>
                        <a:lnTo>
                          <a:pt x="194" y="27"/>
                        </a:lnTo>
                        <a:lnTo>
                          <a:pt x="149" y="20"/>
                        </a:lnTo>
                        <a:lnTo>
                          <a:pt x="114" y="15"/>
                        </a:lnTo>
                        <a:lnTo>
                          <a:pt x="80" y="11"/>
                        </a:lnTo>
                        <a:lnTo>
                          <a:pt x="41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8" name="Freeform 203">
                    <a:extLst>
                      <a:ext uri="{FF2B5EF4-FFF2-40B4-BE49-F238E27FC236}">
                        <a16:creationId xmlns:a16="http://schemas.microsoft.com/office/drawing/2014/main" id="{AD02F0F7-F51C-C396-4021-9A1E0D6F6B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14" y="3867"/>
                    <a:ext cx="27" cy="27"/>
                  </a:xfrm>
                  <a:custGeom>
                    <a:avLst/>
                    <a:gdLst>
                      <a:gd name="T0" fmla="*/ 4 w 27"/>
                      <a:gd name="T1" fmla="*/ 0 h 27"/>
                      <a:gd name="T2" fmla="*/ 0 w 27"/>
                      <a:gd name="T3" fmla="*/ 23 h 27"/>
                      <a:gd name="T4" fmla="*/ 19 w 27"/>
                      <a:gd name="T5" fmla="*/ 27 h 27"/>
                      <a:gd name="T6" fmla="*/ 23 w 27"/>
                      <a:gd name="T7" fmla="*/ 27 h 27"/>
                      <a:gd name="T8" fmla="*/ 27 w 27"/>
                      <a:gd name="T9" fmla="*/ 4 h 27"/>
                      <a:gd name="T10" fmla="*/ 19 w 27"/>
                      <a:gd name="T11" fmla="*/ 3 h 27"/>
                      <a:gd name="T12" fmla="*/ 4 w 27"/>
                      <a:gd name="T13" fmla="*/ 0 h 2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7" h="27">
                        <a:moveTo>
                          <a:pt x="4" y="0"/>
                        </a:moveTo>
                        <a:lnTo>
                          <a:pt x="0" y="23"/>
                        </a:lnTo>
                        <a:lnTo>
                          <a:pt x="19" y="27"/>
                        </a:lnTo>
                        <a:lnTo>
                          <a:pt x="23" y="27"/>
                        </a:lnTo>
                        <a:lnTo>
                          <a:pt x="27" y="4"/>
                        </a:lnTo>
                        <a:lnTo>
                          <a:pt x="19" y="3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9" name="Freeform 204">
                    <a:extLst>
                      <a:ext uri="{FF2B5EF4-FFF2-40B4-BE49-F238E27FC236}">
                        <a16:creationId xmlns:a16="http://schemas.microsoft.com/office/drawing/2014/main" id="{D285118D-57DC-59CE-153B-2A26935FE5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8" y="3885"/>
                    <a:ext cx="193" cy="63"/>
                  </a:xfrm>
                  <a:custGeom>
                    <a:avLst/>
                    <a:gdLst>
                      <a:gd name="T0" fmla="*/ 5 w 193"/>
                      <a:gd name="T1" fmla="*/ 0 h 63"/>
                      <a:gd name="T2" fmla="*/ 0 w 193"/>
                      <a:gd name="T3" fmla="*/ 23 h 63"/>
                      <a:gd name="T4" fmla="*/ 42 w 193"/>
                      <a:gd name="T5" fmla="*/ 31 h 63"/>
                      <a:gd name="T6" fmla="*/ 42 w 193"/>
                      <a:gd name="T7" fmla="*/ 19 h 63"/>
                      <a:gd name="T8" fmla="*/ 38 w 193"/>
                      <a:gd name="T9" fmla="*/ 30 h 63"/>
                      <a:gd name="T10" fmla="*/ 92 w 193"/>
                      <a:gd name="T11" fmla="*/ 42 h 63"/>
                      <a:gd name="T12" fmla="*/ 144 w 193"/>
                      <a:gd name="T13" fmla="*/ 53 h 63"/>
                      <a:gd name="T14" fmla="*/ 187 w 193"/>
                      <a:gd name="T15" fmla="*/ 63 h 63"/>
                      <a:gd name="T16" fmla="*/ 193 w 193"/>
                      <a:gd name="T17" fmla="*/ 40 h 63"/>
                      <a:gd name="T18" fmla="*/ 153 w 193"/>
                      <a:gd name="T19" fmla="*/ 31 h 63"/>
                      <a:gd name="T20" fmla="*/ 101 w 193"/>
                      <a:gd name="T21" fmla="*/ 20 h 63"/>
                      <a:gd name="T22" fmla="*/ 47 w 193"/>
                      <a:gd name="T23" fmla="*/ 8 h 63"/>
                      <a:gd name="T24" fmla="*/ 42 w 193"/>
                      <a:gd name="T25" fmla="*/ 7 h 63"/>
                      <a:gd name="T26" fmla="*/ 5 w 193"/>
                      <a:gd name="T27" fmla="*/ 0 h 6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93" h="63">
                        <a:moveTo>
                          <a:pt x="5" y="0"/>
                        </a:moveTo>
                        <a:lnTo>
                          <a:pt x="0" y="23"/>
                        </a:lnTo>
                        <a:lnTo>
                          <a:pt x="42" y="31"/>
                        </a:lnTo>
                        <a:lnTo>
                          <a:pt x="42" y="19"/>
                        </a:lnTo>
                        <a:lnTo>
                          <a:pt x="38" y="30"/>
                        </a:lnTo>
                        <a:lnTo>
                          <a:pt x="92" y="42"/>
                        </a:lnTo>
                        <a:lnTo>
                          <a:pt x="144" y="53"/>
                        </a:lnTo>
                        <a:lnTo>
                          <a:pt x="187" y="63"/>
                        </a:lnTo>
                        <a:lnTo>
                          <a:pt x="193" y="40"/>
                        </a:lnTo>
                        <a:lnTo>
                          <a:pt x="153" y="31"/>
                        </a:lnTo>
                        <a:lnTo>
                          <a:pt x="101" y="20"/>
                        </a:lnTo>
                        <a:lnTo>
                          <a:pt x="47" y="8"/>
                        </a:lnTo>
                        <a:lnTo>
                          <a:pt x="42" y="7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0" name="Freeform 205">
                    <a:extLst>
                      <a:ext uri="{FF2B5EF4-FFF2-40B4-BE49-F238E27FC236}">
                        <a16:creationId xmlns:a16="http://schemas.microsoft.com/office/drawing/2014/main" id="{7B9E275C-0FD9-92EB-5556-2EC9AE0337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4" y="3943"/>
                    <a:ext cx="30" cy="29"/>
                  </a:xfrm>
                  <a:custGeom>
                    <a:avLst/>
                    <a:gdLst>
                      <a:gd name="T0" fmla="*/ 6 w 30"/>
                      <a:gd name="T1" fmla="*/ 0 h 29"/>
                      <a:gd name="T2" fmla="*/ 0 w 30"/>
                      <a:gd name="T3" fmla="*/ 23 h 29"/>
                      <a:gd name="T4" fmla="*/ 24 w 30"/>
                      <a:gd name="T5" fmla="*/ 29 h 29"/>
                      <a:gd name="T6" fmla="*/ 30 w 30"/>
                      <a:gd name="T7" fmla="*/ 6 h 29"/>
                      <a:gd name="T8" fmla="*/ 6 w 30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" h="29">
                        <a:moveTo>
                          <a:pt x="6" y="0"/>
                        </a:moveTo>
                        <a:lnTo>
                          <a:pt x="0" y="23"/>
                        </a:lnTo>
                        <a:lnTo>
                          <a:pt x="24" y="29"/>
                        </a:lnTo>
                        <a:lnTo>
                          <a:pt x="30" y="6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1" name="Freeform 206">
                    <a:extLst>
                      <a:ext uri="{FF2B5EF4-FFF2-40B4-BE49-F238E27FC236}">
                        <a16:creationId xmlns:a16="http://schemas.microsoft.com/office/drawing/2014/main" id="{9162A414-CF53-E36D-C73F-26C6E4930D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156" y="3968"/>
                    <a:ext cx="191" cy="79"/>
                  </a:xfrm>
                  <a:custGeom>
                    <a:avLst/>
                    <a:gdLst>
                      <a:gd name="T0" fmla="*/ 7 w 191"/>
                      <a:gd name="T1" fmla="*/ 0 h 79"/>
                      <a:gd name="T2" fmla="*/ 0 w 191"/>
                      <a:gd name="T3" fmla="*/ 23 h 79"/>
                      <a:gd name="T4" fmla="*/ 27 w 191"/>
                      <a:gd name="T5" fmla="*/ 31 h 79"/>
                      <a:gd name="T6" fmla="*/ 111 w 191"/>
                      <a:gd name="T7" fmla="*/ 56 h 79"/>
                      <a:gd name="T8" fmla="*/ 184 w 191"/>
                      <a:gd name="T9" fmla="*/ 79 h 79"/>
                      <a:gd name="T10" fmla="*/ 191 w 191"/>
                      <a:gd name="T11" fmla="*/ 56 h 79"/>
                      <a:gd name="T12" fmla="*/ 120 w 191"/>
                      <a:gd name="T13" fmla="*/ 34 h 79"/>
                      <a:gd name="T14" fmla="*/ 36 w 191"/>
                      <a:gd name="T15" fmla="*/ 9 h 79"/>
                      <a:gd name="T16" fmla="*/ 7 w 191"/>
                      <a:gd name="T17" fmla="*/ 0 h 7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1" h="79">
                        <a:moveTo>
                          <a:pt x="7" y="0"/>
                        </a:moveTo>
                        <a:lnTo>
                          <a:pt x="0" y="23"/>
                        </a:lnTo>
                        <a:lnTo>
                          <a:pt x="27" y="31"/>
                        </a:lnTo>
                        <a:lnTo>
                          <a:pt x="111" y="56"/>
                        </a:lnTo>
                        <a:lnTo>
                          <a:pt x="184" y="79"/>
                        </a:lnTo>
                        <a:lnTo>
                          <a:pt x="191" y="56"/>
                        </a:lnTo>
                        <a:lnTo>
                          <a:pt x="120" y="34"/>
                        </a:lnTo>
                        <a:lnTo>
                          <a:pt x="36" y="9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9259" name="Group 293">
              <a:extLst>
                <a:ext uri="{FF2B5EF4-FFF2-40B4-BE49-F238E27FC236}">
                  <a16:creationId xmlns:a16="http://schemas.microsoft.com/office/drawing/2014/main" id="{5A4B3654-A504-EF16-2A66-C8FEB8899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3612"/>
              <a:ext cx="221" cy="247"/>
              <a:chOff x="4967" y="3203"/>
              <a:chExt cx="221" cy="247"/>
            </a:xfrm>
          </p:grpSpPr>
          <p:sp>
            <p:nvSpPr>
              <p:cNvPr id="9260" name="Rectangle 287">
                <a:extLst>
                  <a:ext uri="{FF2B5EF4-FFF2-40B4-BE49-F238E27FC236}">
                    <a16:creationId xmlns:a16="http://schemas.microsoft.com/office/drawing/2014/main" id="{1FA1F95C-66D7-EB19-B7F1-59662A64D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203"/>
                <a:ext cx="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400"/>
              </a:p>
            </p:txBody>
          </p:sp>
          <p:sp>
            <p:nvSpPr>
              <p:cNvPr id="9261" name="Rectangle 288">
                <a:extLst>
                  <a:ext uri="{FF2B5EF4-FFF2-40B4-BE49-F238E27FC236}">
                    <a16:creationId xmlns:a16="http://schemas.microsoft.com/office/drawing/2014/main" id="{EFCB4735-475A-F9BE-2A51-8A250AF66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3335"/>
                <a:ext cx="13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Bq</a:t>
                </a:r>
                <a:endParaRPr lang="en-US" altLang="zh-CN" sz="1200"/>
              </a:p>
            </p:txBody>
          </p:sp>
        </p:grpSp>
      </p:grpSp>
      <p:grpSp>
        <p:nvGrpSpPr>
          <p:cNvPr id="58684" name="Group 316">
            <a:extLst>
              <a:ext uri="{FF2B5EF4-FFF2-40B4-BE49-F238E27FC236}">
                <a16:creationId xmlns:a16="http://schemas.microsoft.com/office/drawing/2014/main" id="{C3B102AB-0352-C6BC-B3C3-46749D046B5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924175"/>
            <a:ext cx="3962400" cy="1343025"/>
            <a:chOff x="144" y="1842"/>
            <a:chExt cx="2496" cy="846"/>
          </a:xfrm>
        </p:grpSpPr>
        <p:grpSp>
          <p:nvGrpSpPr>
            <p:cNvPr id="9230" name="Group 145">
              <a:extLst>
                <a:ext uri="{FF2B5EF4-FFF2-40B4-BE49-F238E27FC236}">
                  <a16:creationId xmlns:a16="http://schemas.microsoft.com/office/drawing/2014/main" id="{CD0CED56-7B9E-40F7-CE69-ED769F138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896"/>
              <a:ext cx="2496" cy="792"/>
              <a:chOff x="144" y="1896"/>
              <a:chExt cx="2496" cy="792"/>
            </a:xfrm>
          </p:grpSpPr>
          <p:grpSp>
            <p:nvGrpSpPr>
              <p:cNvPr id="9234" name="Group 146">
                <a:extLst>
                  <a:ext uri="{FF2B5EF4-FFF2-40B4-BE49-F238E27FC236}">
                    <a16:creationId xmlns:a16="http://schemas.microsoft.com/office/drawing/2014/main" id="{EE3B67C4-D6AF-EEC4-129E-C287FBD123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968"/>
                <a:ext cx="2496" cy="720"/>
                <a:chOff x="144" y="1968"/>
                <a:chExt cx="2496" cy="720"/>
              </a:xfrm>
            </p:grpSpPr>
            <p:grpSp>
              <p:nvGrpSpPr>
                <p:cNvPr id="9249" name="Group 147">
                  <a:extLst>
                    <a:ext uri="{FF2B5EF4-FFF2-40B4-BE49-F238E27FC236}">
                      <a16:creationId xmlns:a16="http://schemas.microsoft.com/office/drawing/2014/main" id="{9AFA50BE-9073-0102-B6C4-36FB951486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" y="1968"/>
                  <a:ext cx="2496" cy="720"/>
                  <a:chOff x="144" y="1968"/>
                  <a:chExt cx="2496" cy="720"/>
                </a:xfrm>
              </p:grpSpPr>
              <p:sp>
                <p:nvSpPr>
                  <p:cNvPr id="9252" name="Rectangle 148">
                    <a:extLst>
                      <a:ext uri="{FF2B5EF4-FFF2-40B4-BE49-F238E27FC236}">
                        <a16:creationId xmlns:a16="http://schemas.microsoft.com/office/drawing/2014/main" id="{04133565-FECA-BE03-4481-409B679DA8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1" y="2160"/>
                    <a:ext cx="1968" cy="96"/>
                  </a:xfrm>
                  <a:prstGeom prst="rect">
                    <a:avLst/>
                  </a:prstGeom>
                  <a:solidFill>
                    <a:srgbClr val="FF0066"/>
                  </a:solidFill>
                  <a:ln w="9525">
                    <a:solidFill>
                      <a:srgbClr val="FF0066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kumimoji="1" lang="zh-CN" altLang="zh-CN" sz="2400">
                      <a:solidFill>
                        <a:srgbClr val="CC33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9253" name="Group 149">
                    <a:extLst>
                      <a:ext uri="{FF2B5EF4-FFF2-40B4-BE49-F238E27FC236}">
                        <a16:creationId xmlns:a16="http://schemas.microsoft.com/office/drawing/2014/main" id="{6BEF8138-1213-4EDB-A403-CE680C7DA5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4" y="1968"/>
                    <a:ext cx="96" cy="480"/>
                    <a:chOff x="192" y="672"/>
                    <a:chExt cx="96" cy="480"/>
                  </a:xfrm>
                </p:grpSpPr>
                <p:sp>
                  <p:nvSpPr>
                    <p:cNvPr id="9256" name="Rectangle 150">
                      <a:extLst>
                        <a:ext uri="{FF2B5EF4-FFF2-40B4-BE49-F238E27FC236}">
                          <a16:creationId xmlns:a16="http://schemas.microsoft.com/office/drawing/2014/main" id="{34928BB4-CA4C-A403-3DBB-C91618F57B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672"/>
                      <a:ext cx="96" cy="480"/>
                    </a:xfrm>
                    <a:prstGeom prst="rect">
                      <a:avLst/>
                    </a:prstGeom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9257" name="Line 151">
                      <a:extLst>
                        <a:ext uri="{FF2B5EF4-FFF2-40B4-BE49-F238E27FC236}">
                          <a16:creationId xmlns:a16="http://schemas.microsoft.com/office/drawing/2014/main" id="{8E5E9486-0521-D8BF-7B29-C09479EFF4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" y="672"/>
                      <a:ext cx="0" cy="4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9254" name="Line 152">
                    <a:extLst>
                      <a:ext uri="{FF2B5EF4-FFF2-40B4-BE49-F238E27FC236}">
                        <a16:creationId xmlns:a16="http://schemas.microsoft.com/office/drawing/2014/main" id="{FF7A72F0-4EFB-C432-B2AA-AB8EF747E5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0" y="2256"/>
                    <a:ext cx="0" cy="432"/>
                  </a:xfrm>
                  <a:prstGeom prst="line">
                    <a:avLst/>
                  </a:prstGeom>
                  <a:noFill/>
                  <a:ln w="28575">
                    <a:solidFill>
                      <a:srgbClr val="CC33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55" name="Text Box 153">
                    <a:extLst>
                      <a:ext uri="{FF2B5EF4-FFF2-40B4-BE49-F238E27FC236}">
                        <a16:creationId xmlns:a16="http://schemas.microsoft.com/office/drawing/2014/main" id="{142D6E62-D249-7740-4138-FB7D1D5B27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8" y="2400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kumimoji="1" lang="zh-CN" altLang="zh-CN" sz="2400" b="1" i="1">
                      <a:solidFill>
                        <a:srgbClr val="CC33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250" name="Text Box 154">
                  <a:extLst>
                    <a:ext uri="{FF2B5EF4-FFF2-40B4-BE49-F238E27FC236}">
                      <a16:creationId xmlns:a16="http://schemas.microsoft.com/office/drawing/2014/main" id="{344ED6E7-A629-881F-9DC7-74B6D4E23F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" y="2208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9251" name="Text Box 155">
                  <a:extLst>
                    <a:ext uri="{FF2B5EF4-FFF2-40B4-BE49-F238E27FC236}">
                      <a16:creationId xmlns:a16="http://schemas.microsoft.com/office/drawing/2014/main" id="{A15DAA6F-1217-3412-08D6-FABE6EAF67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2112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9235" name="Group 156">
                <a:extLst>
                  <a:ext uri="{FF2B5EF4-FFF2-40B4-BE49-F238E27FC236}">
                    <a16:creationId xmlns:a16="http://schemas.microsoft.com/office/drawing/2014/main" id="{0298FF73-00BE-0C09-A6D8-45FD43F982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896"/>
                <a:ext cx="1968" cy="312"/>
                <a:chOff x="3186" y="1703"/>
                <a:chExt cx="2302" cy="312"/>
              </a:xfrm>
            </p:grpSpPr>
            <p:sp>
              <p:nvSpPr>
                <p:cNvPr id="9236" name="Freeform 157">
                  <a:extLst>
                    <a:ext uri="{FF2B5EF4-FFF2-40B4-BE49-F238E27FC236}">
                      <a16:creationId xmlns:a16="http://schemas.microsoft.com/office/drawing/2014/main" id="{F0A3D8C6-EE2E-2F93-11EF-4A6B5122B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1981"/>
                  <a:ext cx="192" cy="34"/>
                </a:xfrm>
                <a:custGeom>
                  <a:avLst/>
                  <a:gdLst>
                    <a:gd name="T0" fmla="*/ 0 w 192"/>
                    <a:gd name="T1" fmla="*/ 10 h 34"/>
                    <a:gd name="T2" fmla="*/ 1 w 192"/>
                    <a:gd name="T3" fmla="*/ 34 h 34"/>
                    <a:gd name="T4" fmla="*/ 116 w 192"/>
                    <a:gd name="T5" fmla="*/ 28 h 34"/>
                    <a:gd name="T6" fmla="*/ 192 w 192"/>
                    <a:gd name="T7" fmla="*/ 24 h 34"/>
                    <a:gd name="T8" fmla="*/ 191 w 192"/>
                    <a:gd name="T9" fmla="*/ 0 h 34"/>
                    <a:gd name="T10" fmla="*/ 116 w 192"/>
                    <a:gd name="T11" fmla="*/ 4 h 34"/>
                    <a:gd name="T12" fmla="*/ 0 w 192"/>
                    <a:gd name="T13" fmla="*/ 1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92" h="34">
                      <a:moveTo>
                        <a:pt x="0" y="10"/>
                      </a:moveTo>
                      <a:lnTo>
                        <a:pt x="1" y="34"/>
                      </a:lnTo>
                      <a:lnTo>
                        <a:pt x="116" y="28"/>
                      </a:lnTo>
                      <a:lnTo>
                        <a:pt x="192" y="24"/>
                      </a:lnTo>
                      <a:lnTo>
                        <a:pt x="191" y="0"/>
                      </a:lnTo>
                      <a:lnTo>
                        <a:pt x="116" y="4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7" name="Freeform 158">
                  <a:extLst>
                    <a:ext uri="{FF2B5EF4-FFF2-40B4-BE49-F238E27FC236}">
                      <a16:creationId xmlns:a16="http://schemas.microsoft.com/office/drawing/2014/main" id="{252639E2-7A5E-7395-E2D2-DFD7DE57F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1976"/>
                  <a:ext cx="25" cy="25"/>
                </a:xfrm>
                <a:custGeom>
                  <a:avLst/>
                  <a:gdLst>
                    <a:gd name="T0" fmla="*/ 0 w 25"/>
                    <a:gd name="T1" fmla="*/ 1 h 25"/>
                    <a:gd name="T2" fmla="*/ 1 w 25"/>
                    <a:gd name="T3" fmla="*/ 25 h 25"/>
                    <a:gd name="T4" fmla="*/ 25 w 25"/>
                    <a:gd name="T5" fmla="*/ 24 h 25"/>
                    <a:gd name="T6" fmla="*/ 24 w 25"/>
                    <a:gd name="T7" fmla="*/ 0 h 25"/>
                    <a:gd name="T8" fmla="*/ 0 w 25"/>
                    <a:gd name="T9" fmla="*/ 1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25">
                      <a:moveTo>
                        <a:pt x="0" y="1"/>
                      </a:moveTo>
                      <a:lnTo>
                        <a:pt x="1" y="25"/>
                      </a:lnTo>
                      <a:lnTo>
                        <a:pt x="25" y="24"/>
                      </a:lnTo>
                      <a:lnTo>
                        <a:pt x="24" y="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8" name="Freeform 159">
                  <a:extLst>
                    <a:ext uri="{FF2B5EF4-FFF2-40B4-BE49-F238E27FC236}">
                      <a16:creationId xmlns:a16="http://schemas.microsoft.com/office/drawing/2014/main" id="{054BD22C-9A71-2E0D-4484-D0C3A30BCF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5" y="1958"/>
                  <a:ext cx="193" cy="38"/>
                </a:xfrm>
                <a:custGeom>
                  <a:avLst/>
                  <a:gdLst>
                    <a:gd name="T0" fmla="*/ 0 w 193"/>
                    <a:gd name="T1" fmla="*/ 14 h 38"/>
                    <a:gd name="T2" fmla="*/ 1 w 193"/>
                    <a:gd name="T3" fmla="*/ 38 h 38"/>
                    <a:gd name="T4" fmla="*/ 113 w 193"/>
                    <a:gd name="T5" fmla="*/ 30 h 38"/>
                    <a:gd name="T6" fmla="*/ 175 w 193"/>
                    <a:gd name="T7" fmla="*/ 26 h 38"/>
                    <a:gd name="T8" fmla="*/ 193 w 193"/>
                    <a:gd name="T9" fmla="*/ 24 h 38"/>
                    <a:gd name="T10" fmla="*/ 191 w 193"/>
                    <a:gd name="T11" fmla="*/ 0 h 38"/>
                    <a:gd name="T12" fmla="*/ 175 w 193"/>
                    <a:gd name="T13" fmla="*/ 2 h 38"/>
                    <a:gd name="T14" fmla="*/ 113 w 193"/>
                    <a:gd name="T15" fmla="*/ 6 h 38"/>
                    <a:gd name="T16" fmla="*/ 0 w 193"/>
                    <a:gd name="T17" fmla="*/ 14 h 3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3" h="38">
                      <a:moveTo>
                        <a:pt x="0" y="14"/>
                      </a:moveTo>
                      <a:lnTo>
                        <a:pt x="1" y="38"/>
                      </a:lnTo>
                      <a:lnTo>
                        <a:pt x="113" y="30"/>
                      </a:lnTo>
                      <a:lnTo>
                        <a:pt x="175" y="26"/>
                      </a:lnTo>
                      <a:lnTo>
                        <a:pt x="193" y="24"/>
                      </a:lnTo>
                      <a:lnTo>
                        <a:pt x="191" y="0"/>
                      </a:lnTo>
                      <a:lnTo>
                        <a:pt x="175" y="2"/>
                      </a:lnTo>
                      <a:lnTo>
                        <a:pt x="113" y="6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9" name="Freeform 160">
                  <a:extLst>
                    <a:ext uri="{FF2B5EF4-FFF2-40B4-BE49-F238E27FC236}">
                      <a16:creationId xmlns:a16="http://schemas.microsoft.com/office/drawing/2014/main" id="{438E359C-63B7-3CE5-88B7-487AB17EBC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8" y="1950"/>
                  <a:ext cx="26" cy="27"/>
                </a:xfrm>
                <a:custGeom>
                  <a:avLst/>
                  <a:gdLst>
                    <a:gd name="T0" fmla="*/ 0 w 26"/>
                    <a:gd name="T1" fmla="*/ 3 h 27"/>
                    <a:gd name="T2" fmla="*/ 2 w 26"/>
                    <a:gd name="T3" fmla="*/ 27 h 27"/>
                    <a:gd name="T4" fmla="*/ 26 w 26"/>
                    <a:gd name="T5" fmla="*/ 24 h 27"/>
                    <a:gd name="T6" fmla="*/ 24 w 26"/>
                    <a:gd name="T7" fmla="*/ 0 h 27"/>
                    <a:gd name="T8" fmla="*/ 0 w 26"/>
                    <a:gd name="T9" fmla="*/ 3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" h="27">
                      <a:moveTo>
                        <a:pt x="0" y="3"/>
                      </a:moveTo>
                      <a:lnTo>
                        <a:pt x="2" y="27"/>
                      </a:lnTo>
                      <a:lnTo>
                        <a:pt x="26" y="24"/>
                      </a:lnTo>
                      <a:lnTo>
                        <a:pt x="24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0" name="Freeform 161">
                  <a:extLst>
                    <a:ext uri="{FF2B5EF4-FFF2-40B4-BE49-F238E27FC236}">
                      <a16:creationId xmlns:a16="http://schemas.microsoft.com/office/drawing/2014/main" id="{AD55E2FB-35D4-F989-1CB3-9D13451E1C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3" y="1924"/>
                  <a:ext cx="194" cy="44"/>
                </a:xfrm>
                <a:custGeom>
                  <a:avLst/>
                  <a:gdLst>
                    <a:gd name="T0" fmla="*/ 0 w 194"/>
                    <a:gd name="T1" fmla="*/ 20 h 44"/>
                    <a:gd name="T2" fmla="*/ 2 w 194"/>
                    <a:gd name="T3" fmla="*/ 44 h 44"/>
                    <a:gd name="T4" fmla="*/ 9 w 194"/>
                    <a:gd name="T5" fmla="*/ 43 h 44"/>
                    <a:gd name="T6" fmla="*/ 75 w 194"/>
                    <a:gd name="T7" fmla="*/ 37 h 44"/>
                    <a:gd name="T8" fmla="*/ 143 w 194"/>
                    <a:gd name="T9" fmla="*/ 30 h 44"/>
                    <a:gd name="T10" fmla="*/ 194 w 194"/>
                    <a:gd name="T11" fmla="*/ 23 h 44"/>
                    <a:gd name="T12" fmla="*/ 191 w 194"/>
                    <a:gd name="T13" fmla="*/ 0 h 44"/>
                    <a:gd name="T14" fmla="*/ 143 w 194"/>
                    <a:gd name="T15" fmla="*/ 6 h 44"/>
                    <a:gd name="T16" fmla="*/ 75 w 194"/>
                    <a:gd name="T17" fmla="*/ 13 h 44"/>
                    <a:gd name="T18" fmla="*/ 9 w 194"/>
                    <a:gd name="T19" fmla="*/ 19 h 44"/>
                    <a:gd name="T20" fmla="*/ 0 w 194"/>
                    <a:gd name="T21" fmla="*/ 20 h 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4" h="44">
                      <a:moveTo>
                        <a:pt x="0" y="20"/>
                      </a:moveTo>
                      <a:lnTo>
                        <a:pt x="2" y="44"/>
                      </a:lnTo>
                      <a:lnTo>
                        <a:pt x="9" y="43"/>
                      </a:lnTo>
                      <a:lnTo>
                        <a:pt x="75" y="37"/>
                      </a:lnTo>
                      <a:lnTo>
                        <a:pt x="143" y="30"/>
                      </a:lnTo>
                      <a:lnTo>
                        <a:pt x="194" y="23"/>
                      </a:lnTo>
                      <a:lnTo>
                        <a:pt x="191" y="0"/>
                      </a:lnTo>
                      <a:lnTo>
                        <a:pt x="143" y="6"/>
                      </a:lnTo>
                      <a:lnTo>
                        <a:pt x="75" y="13"/>
                      </a:lnTo>
                      <a:lnTo>
                        <a:pt x="9" y="19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1" name="Freeform 162">
                  <a:extLst>
                    <a:ext uri="{FF2B5EF4-FFF2-40B4-BE49-F238E27FC236}">
                      <a16:creationId xmlns:a16="http://schemas.microsoft.com/office/drawing/2014/main" id="{647C9D68-5F27-325B-4057-12CC143150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65" y="1913"/>
                  <a:ext cx="27" cy="26"/>
                </a:xfrm>
                <a:custGeom>
                  <a:avLst/>
                  <a:gdLst>
                    <a:gd name="T0" fmla="*/ 0 w 27"/>
                    <a:gd name="T1" fmla="*/ 3 h 26"/>
                    <a:gd name="T2" fmla="*/ 3 w 27"/>
                    <a:gd name="T3" fmla="*/ 26 h 26"/>
                    <a:gd name="T4" fmla="*/ 23 w 27"/>
                    <a:gd name="T5" fmla="*/ 24 h 26"/>
                    <a:gd name="T6" fmla="*/ 27 w 27"/>
                    <a:gd name="T7" fmla="*/ 23 h 26"/>
                    <a:gd name="T8" fmla="*/ 24 w 27"/>
                    <a:gd name="T9" fmla="*/ 0 h 26"/>
                    <a:gd name="T10" fmla="*/ 20 w 27"/>
                    <a:gd name="T11" fmla="*/ 1 h 26"/>
                    <a:gd name="T12" fmla="*/ 0 w 27"/>
                    <a:gd name="T13" fmla="*/ 3 h 2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7" h="26">
                      <a:moveTo>
                        <a:pt x="0" y="3"/>
                      </a:moveTo>
                      <a:lnTo>
                        <a:pt x="3" y="26"/>
                      </a:lnTo>
                      <a:lnTo>
                        <a:pt x="23" y="24"/>
                      </a:lnTo>
                      <a:lnTo>
                        <a:pt x="27" y="23"/>
                      </a:lnTo>
                      <a:lnTo>
                        <a:pt x="24" y="0"/>
                      </a:lnTo>
                      <a:lnTo>
                        <a:pt x="20" y="1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2" name="Freeform 163">
                  <a:extLst>
                    <a:ext uri="{FF2B5EF4-FFF2-40B4-BE49-F238E27FC236}">
                      <a16:creationId xmlns:a16="http://schemas.microsoft.com/office/drawing/2014/main" id="{A463F831-B50E-36B8-4CF8-6129949DA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61" y="1877"/>
                  <a:ext cx="193" cy="50"/>
                </a:xfrm>
                <a:custGeom>
                  <a:avLst/>
                  <a:gdLst>
                    <a:gd name="T0" fmla="*/ 0 w 193"/>
                    <a:gd name="T1" fmla="*/ 27 h 50"/>
                    <a:gd name="T2" fmla="*/ 3 w 193"/>
                    <a:gd name="T3" fmla="*/ 50 h 50"/>
                    <a:gd name="T4" fmla="*/ 72 w 193"/>
                    <a:gd name="T5" fmla="*/ 41 h 50"/>
                    <a:gd name="T6" fmla="*/ 148 w 193"/>
                    <a:gd name="T7" fmla="*/ 30 h 50"/>
                    <a:gd name="T8" fmla="*/ 193 w 193"/>
                    <a:gd name="T9" fmla="*/ 23 h 50"/>
                    <a:gd name="T10" fmla="*/ 190 w 193"/>
                    <a:gd name="T11" fmla="*/ 0 h 50"/>
                    <a:gd name="T12" fmla="*/ 148 w 193"/>
                    <a:gd name="T13" fmla="*/ 6 h 50"/>
                    <a:gd name="T14" fmla="*/ 72 w 193"/>
                    <a:gd name="T15" fmla="*/ 17 h 50"/>
                    <a:gd name="T16" fmla="*/ 0 w 193"/>
                    <a:gd name="T17" fmla="*/ 27 h 5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3" h="50">
                      <a:moveTo>
                        <a:pt x="0" y="27"/>
                      </a:moveTo>
                      <a:lnTo>
                        <a:pt x="3" y="50"/>
                      </a:lnTo>
                      <a:lnTo>
                        <a:pt x="72" y="41"/>
                      </a:lnTo>
                      <a:lnTo>
                        <a:pt x="148" y="30"/>
                      </a:lnTo>
                      <a:lnTo>
                        <a:pt x="193" y="23"/>
                      </a:lnTo>
                      <a:lnTo>
                        <a:pt x="190" y="0"/>
                      </a:lnTo>
                      <a:lnTo>
                        <a:pt x="148" y="6"/>
                      </a:lnTo>
                      <a:lnTo>
                        <a:pt x="72" y="1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3" name="Freeform 164">
                  <a:extLst>
                    <a:ext uri="{FF2B5EF4-FFF2-40B4-BE49-F238E27FC236}">
                      <a16:creationId xmlns:a16="http://schemas.microsoft.com/office/drawing/2014/main" id="{83473466-B3A2-23CB-297F-6250931F6F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2" y="1862"/>
                  <a:ext cx="27" cy="27"/>
                </a:xfrm>
                <a:custGeom>
                  <a:avLst/>
                  <a:gdLst>
                    <a:gd name="T0" fmla="*/ 0 w 27"/>
                    <a:gd name="T1" fmla="*/ 4 h 27"/>
                    <a:gd name="T2" fmla="*/ 3 w 27"/>
                    <a:gd name="T3" fmla="*/ 27 h 27"/>
                    <a:gd name="T4" fmla="*/ 27 w 27"/>
                    <a:gd name="T5" fmla="*/ 23 h 27"/>
                    <a:gd name="T6" fmla="*/ 24 w 27"/>
                    <a:gd name="T7" fmla="*/ 0 h 27"/>
                    <a:gd name="T8" fmla="*/ 0 w 27"/>
                    <a:gd name="T9" fmla="*/ 4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7" h="27">
                      <a:moveTo>
                        <a:pt x="0" y="4"/>
                      </a:moveTo>
                      <a:lnTo>
                        <a:pt x="3" y="27"/>
                      </a:lnTo>
                      <a:lnTo>
                        <a:pt x="27" y="23"/>
                      </a:lnTo>
                      <a:lnTo>
                        <a:pt x="2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4" name="Freeform 165">
                  <a:extLst>
                    <a:ext uri="{FF2B5EF4-FFF2-40B4-BE49-F238E27FC236}">
                      <a16:creationId xmlns:a16="http://schemas.microsoft.com/office/drawing/2014/main" id="{2520F97D-EEAA-A88C-FEF1-1F840E7FB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6" y="1820"/>
                  <a:ext cx="194" cy="54"/>
                </a:xfrm>
                <a:custGeom>
                  <a:avLst/>
                  <a:gdLst>
                    <a:gd name="T0" fmla="*/ 0 w 194"/>
                    <a:gd name="T1" fmla="*/ 31 h 54"/>
                    <a:gd name="T2" fmla="*/ 4 w 194"/>
                    <a:gd name="T3" fmla="*/ 54 h 54"/>
                    <a:gd name="T4" fmla="*/ 29 w 194"/>
                    <a:gd name="T5" fmla="*/ 51 h 54"/>
                    <a:gd name="T6" fmla="*/ 110 w 194"/>
                    <a:gd name="T7" fmla="*/ 37 h 54"/>
                    <a:gd name="T8" fmla="*/ 192 w 194"/>
                    <a:gd name="T9" fmla="*/ 24 h 54"/>
                    <a:gd name="T10" fmla="*/ 194 w 194"/>
                    <a:gd name="T11" fmla="*/ 23 h 54"/>
                    <a:gd name="T12" fmla="*/ 190 w 194"/>
                    <a:gd name="T13" fmla="*/ 0 h 54"/>
                    <a:gd name="T14" fmla="*/ 192 w 194"/>
                    <a:gd name="T15" fmla="*/ 0 h 54"/>
                    <a:gd name="T16" fmla="*/ 110 w 194"/>
                    <a:gd name="T17" fmla="*/ 13 h 54"/>
                    <a:gd name="T18" fmla="*/ 29 w 194"/>
                    <a:gd name="T19" fmla="*/ 27 h 54"/>
                    <a:gd name="T20" fmla="*/ 0 w 194"/>
                    <a:gd name="T21" fmla="*/ 31 h 5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4" h="54">
                      <a:moveTo>
                        <a:pt x="0" y="31"/>
                      </a:moveTo>
                      <a:lnTo>
                        <a:pt x="4" y="54"/>
                      </a:lnTo>
                      <a:lnTo>
                        <a:pt x="29" y="51"/>
                      </a:lnTo>
                      <a:lnTo>
                        <a:pt x="110" y="37"/>
                      </a:lnTo>
                      <a:lnTo>
                        <a:pt x="192" y="24"/>
                      </a:lnTo>
                      <a:lnTo>
                        <a:pt x="194" y="23"/>
                      </a:lnTo>
                      <a:lnTo>
                        <a:pt x="190" y="0"/>
                      </a:lnTo>
                      <a:lnTo>
                        <a:pt x="192" y="0"/>
                      </a:lnTo>
                      <a:lnTo>
                        <a:pt x="110" y="13"/>
                      </a:lnTo>
                      <a:lnTo>
                        <a:pt x="29" y="27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5" name="Freeform 166">
                  <a:extLst>
                    <a:ext uri="{FF2B5EF4-FFF2-40B4-BE49-F238E27FC236}">
                      <a16:creationId xmlns:a16="http://schemas.microsoft.com/office/drawing/2014/main" id="{69F46CA2-11C6-9434-AFF7-03B31B72EB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7" y="1804"/>
                  <a:ext cx="27" cy="27"/>
                </a:xfrm>
                <a:custGeom>
                  <a:avLst/>
                  <a:gdLst>
                    <a:gd name="T0" fmla="*/ 0 w 27"/>
                    <a:gd name="T1" fmla="*/ 4 h 27"/>
                    <a:gd name="T2" fmla="*/ 4 w 27"/>
                    <a:gd name="T3" fmla="*/ 27 h 27"/>
                    <a:gd name="T4" fmla="*/ 27 w 27"/>
                    <a:gd name="T5" fmla="*/ 23 h 27"/>
                    <a:gd name="T6" fmla="*/ 23 w 27"/>
                    <a:gd name="T7" fmla="*/ 0 h 27"/>
                    <a:gd name="T8" fmla="*/ 0 w 27"/>
                    <a:gd name="T9" fmla="*/ 4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7" h="27">
                      <a:moveTo>
                        <a:pt x="0" y="4"/>
                      </a:moveTo>
                      <a:lnTo>
                        <a:pt x="4" y="27"/>
                      </a:lnTo>
                      <a:lnTo>
                        <a:pt x="27" y="23"/>
                      </a:lnTo>
                      <a:lnTo>
                        <a:pt x="23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6" name="Freeform 167">
                  <a:extLst>
                    <a:ext uri="{FF2B5EF4-FFF2-40B4-BE49-F238E27FC236}">
                      <a16:creationId xmlns:a16="http://schemas.microsoft.com/office/drawing/2014/main" id="{9CB293FE-BEF2-4DF9-EA4E-6E84C218F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1" y="1759"/>
                  <a:ext cx="194" cy="57"/>
                </a:xfrm>
                <a:custGeom>
                  <a:avLst/>
                  <a:gdLst>
                    <a:gd name="T0" fmla="*/ 0 w 194"/>
                    <a:gd name="T1" fmla="*/ 33 h 57"/>
                    <a:gd name="T2" fmla="*/ 4 w 194"/>
                    <a:gd name="T3" fmla="*/ 56 h 57"/>
                    <a:gd name="T4" fmla="*/ 3 w 194"/>
                    <a:gd name="T5" fmla="*/ 57 h 57"/>
                    <a:gd name="T6" fmla="*/ 172 w 194"/>
                    <a:gd name="T7" fmla="*/ 27 h 57"/>
                    <a:gd name="T8" fmla="*/ 194 w 194"/>
                    <a:gd name="T9" fmla="*/ 23 h 57"/>
                    <a:gd name="T10" fmla="*/ 190 w 194"/>
                    <a:gd name="T11" fmla="*/ 0 h 57"/>
                    <a:gd name="T12" fmla="*/ 172 w 194"/>
                    <a:gd name="T13" fmla="*/ 3 h 57"/>
                    <a:gd name="T14" fmla="*/ 3 w 194"/>
                    <a:gd name="T15" fmla="*/ 33 h 57"/>
                    <a:gd name="T16" fmla="*/ 0 w 194"/>
                    <a:gd name="T17" fmla="*/ 33 h 5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4" h="57">
                      <a:moveTo>
                        <a:pt x="0" y="33"/>
                      </a:moveTo>
                      <a:lnTo>
                        <a:pt x="4" y="56"/>
                      </a:lnTo>
                      <a:lnTo>
                        <a:pt x="3" y="57"/>
                      </a:lnTo>
                      <a:lnTo>
                        <a:pt x="172" y="27"/>
                      </a:lnTo>
                      <a:lnTo>
                        <a:pt x="194" y="23"/>
                      </a:lnTo>
                      <a:lnTo>
                        <a:pt x="190" y="0"/>
                      </a:lnTo>
                      <a:lnTo>
                        <a:pt x="172" y="3"/>
                      </a:lnTo>
                      <a:lnTo>
                        <a:pt x="3" y="3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7" name="Freeform 168">
                  <a:extLst>
                    <a:ext uri="{FF2B5EF4-FFF2-40B4-BE49-F238E27FC236}">
                      <a16:creationId xmlns:a16="http://schemas.microsoft.com/office/drawing/2014/main" id="{B289FAE1-6934-B8CA-F614-D6C7CA5190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1" y="1743"/>
                  <a:ext cx="28" cy="27"/>
                </a:xfrm>
                <a:custGeom>
                  <a:avLst/>
                  <a:gdLst>
                    <a:gd name="T0" fmla="*/ 0 w 28"/>
                    <a:gd name="T1" fmla="*/ 4 h 27"/>
                    <a:gd name="T2" fmla="*/ 4 w 28"/>
                    <a:gd name="T3" fmla="*/ 27 h 27"/>
                    <a:gd name="T4" fmla="*/ 28 w 28"/>
                    <a:gd name="T5" fmla="*/ 23 h 27"/>
                    <a:gd name="T6" fmla="*/ 24 w 28"/>
                    <a:gd name="T7" fmla="*/ 0 h 27"/>
                    <a:gd name="T8" fmla="*/ 0 w 28"/>
                    <a:gd name="T9" fmla="*/ 4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" h="27">
                      <a:moveTo>
                        <a:pt x="0" y="4"/>
                      </a:moveTo>
                      <a:lnTo>
                        <a:pt x="4" y="27"/>
                      </a:lnTo>
                      <a:lnTo>
                        <a:pt x="28" y="23"/>
                      </a:lnTo>
                      <a:lnTo>
                        <a:pt x="2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8" name="Freeform 169">
                  <a:extLst>
                    <a:ext uri="{FF2B5EF4-FFF2-40B4-BE49-F238E27FC236}">
                      <a16:creationId xmlns:a16="http://schemas.microsoft.com/office/drawing/2014/main" id="{227F6EFF-E886-B177-973F-37CE9F0C9A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6" y="1703"/>
                  <a:ext cx="162" cy="50"/>
                </a:xfrm>
                <a:custGeom>
                  <a:avLst/>
                  <a:gdLst>
                    <a:gd name="T0" fmla="*/ 0 w 162"/>
                    <a:gd name="T1" fmla="*/ 27 h 50"/>
                    <a:gd name="T2" fmla="*/ 4 w 162"/>
                    <a:gd name="T3" fmla="*/ 50 h 50"/>
                    <a:gd name="T4" fmla="*/ 162 w 162"/>
                    <a:gd name="T5" fmla="*/ 23 h 50"/>
                    <a:gd name="T6" fmla="*/ 158 w 162"/>
                    <a:gd name="T7" fmla="*/ 0 h 50"/>
                    <a:gd name="T8" fmla="*/ 0 w 162"/>
                    <a:gd name="T9" fmla="*/ 27 h 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62" h="50">
                      <a:moveTo>
                        <a:pt x="0" y="27"/>
                      </a:moveTo>
                      <a:lnTo>
                        <a:pt x="4" y="50"/>
                      </a:lnTo>
                      <a:lnTo>
                        <a:pt x="162" y="23"/>
                      </a:lnTo>
                      <a:lnTo>
                        <a:pt x="158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31" name="Group 294">
              <a:extLst>
                <a:ext uri="{FF2B5EF4-FFF2-40B4-BE49-F238E27FC236}">
                  <a16:creationId xmlns:a16="http://schemas.microsoft.com/office/drawing/2014/main" id="{B47D3C4B-1D2C-2DF6-830E-F005E1E80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1842"/>
              <a:ext cx="221" cy="247"/>
              <a:chOff x="4967" y="3203"/>
              <a:chExt cx="221" cy="247"/>
            </a:xfrm>
          </p:grpSpPr>
          <p:sp>
            <p:nvSpPr>
              <p:cNvPr id="9232" name="Rectangle 295">
                <a:extLst>
                  <a:ext uri="{FF2B5EF4-FFF2-40B4-BE49-F238E27FC236}">
                    <a16:creationId xmlns:a16="http://schemas.microsoft.com/office/drawing/2014/main" id="{0B50F3EC-3A2B-22E6-FF46-A60CD84CA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203"/>
                <a:ext cx="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400"/>
              </a:p>
            </p:txBody>
          </p:sp>
          <p:sp>
            <p:nvSpPr>
              <p:cNvPr id="9233" name="Rectangle 296">
                <a:extLst>
                  <a:ext uri="{FF2B5EF4-FFF2-40B4-BE49-F238E27FC236}">
                    <a16:creationId xmlns:a16="http://schemas.microsoft.com/office/drawing/2014/main" id="{92411D75-7836-6E03-ECFD-E64EB5DEC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3335"/>
                <a:ext cx="13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BF</a:t>
                </a:r>
                <a:endParaRPr lang="en-US" altLang="zh-CN" sz="1200"/>
              </a:p>
            </p:txBody>
          </p:sp>
        </p:grpSp>
      </p:grpSp>
      <p:sp>
        <p:nvSpPr>
          <p:cNvPr id="58667" name="Rectangle 299">
            <a:extLst>
              <a:ext uri="{FF2B5EF4-FFF2-40B4-BE49-F238E27FC236}">
                <a16:creationId xmlns:a16="http://schemas.microsoft.com/office/drawing/2014/main" id="{41B3A0F8-EEAC-E63D-6FA3-3E7E815CC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692150"/>
            <a:ext cx="30162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载荷分解如图</a:t>
            </a:r>
          </a:p>
        </p:txBody>
      </p:sp>
      <p:sp>
        <p:nvSpPr>
          <p:cNvPr id="58668" name="Rectangle 300">
            <a:extLst>
              <a:ext uri="{FF2B5EF4-FFF2-40B4-BE49-F238E27FC236}">
                <a16:creationId xmlns:a16="http://schemas.microsoft.com/office/drawing/2014/main" id="{BEC92E92-A6F9-05CC-52DF-AE291AFC6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52513"/>
            <a:ext cx="4114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由梁的简单载荷变形表，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</a:rPr>
              <a:t>  查简单载荷引起的变形。</a:t>
            </a:r>
          </a:p>
        </p:txBody>
      </p:sp>
      <p:sp>
        <p:nvSpPr>
          <p:cNvPr id="58676" name="Rectangle 308">
            <a:extLst>
              <a:ext uri="{FF2B5EF4-FFF2-40B4-BE49-F238E27FC236}">
                <a16:creationId xmlns:a16="http://schemas.microsoft.com/office/drawing/2014/main" id="{5382C6A0-E973-EBC1-5FE5-BF1462B26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429000"/>
            <a:ext cx="1763712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叠加</a:t>
            </a:r>
          </a:p>
        </p:txBody>
      </p:sp>
      <p:graphicFrame>
        <p:nvGraphicFramePr>
          <p:cNvPr id="58680" name="Object 312">
            <a:extLst>
              <a:ext uri="{FF2B5EF4-FFF2-40B4-BE49-F238E27FC236}">
                <a16:creationId xmlns:a16="http://schemas.microsoft.com/office/drawing/2014/main" id="{C38E5A23-A9CC-D41D-B28F-838AB52DE1C3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4319588" y="4652963"/>
          <a:ext cx="48244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9" imgW="6496008" imgH="1914534" progId="StanfordGraphics">
                  <p:embed/>
                </p:oleObj>
              </mc:Choice>
              <mc:Fallback>
                <p:oleObj name="Stanford Graphics Slide" r:id="rId9" imgW="6496008" imgH="1914534" progId="StanfordGraphics">
                  <p:embed/>
                  <p:pic>
                    <p:nvPicPr>
                      <p:cNvPr id="0" name="Object 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4652963"/>
                        <a:ext cx="482441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58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5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175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675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5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5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67" grpId="0" autoUpdateAnimBg="0"/>
      <p:bldP spid="58668" grpId="0" autoUpdateAnimBg="0"/>
      <p:bldP spid="5867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>
            <a:extLst>
              <a:ext uri="{FF2B5EF4-FFF2-40B4-BE49-F238E27FC236}">
                <a16:creationId xmlns:a16="http://schemas.microsoft.com/office/drawing/2014/main" id="{79B0733F-0B5F-3A90-70C8-77C1422D7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997200"/>
          <a:ext cx="373697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38332" imgH="819156" progId="Equation.DSMT4">
                  <p:embed/>
                </p:oleObj>
              </mc:Choice>
              <mc:Fallback>
                <p:oleObj name="Equation" r:id="rId2" imgW="1838332" imgH="81915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997200"/>
                        <a:ext cx="3736975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>
            <a:extLst>
              <a:ext uri="{FF2B5EF4-FFF2-40B4-BE49-F238E27FC236}">
                <a16:creationId xmlns:a16="http://schemas.microsoft.com/office/drawing/2014/main" id="{9059B9D7-AEAF-3C38-F92E-84D68A81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5888"/>
            <a:ext cx="751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2 </a:t>
            </a:r>
            <a:r>
              <a:rPr lang="zh-CN" altLang="en-US" sz="2400" b="1"/>
              <a:t>求使得图示梁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zh-CN" altLang="en-US" sz="2400" b="1"/>
              <a:t>点挠度和截面转角都为零的</a:t>
            </a:r>
            <a:r>
              <a:rPr kumimoji="1" lang="en-US" altLang="zh-CN" sz="2400" b="1" i="1">
                <a:solidFill>
                  <a:srgbClr val="CC33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400" b="1"/>
              <a:t>和</a:t>
            </a:r>
            <a:r>
              <a:rPr kumimoji="1" lang="en-US" altLang="zh-CN" sz="2400" b="1" i="1">
                <a:solidFill>
                  <a:srgbClr val="CC33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/>
              <a:t>.</a:t>
            </a:r>
          </a:p>
        </p:txBody>
      </p:sp>
      <p:sp>
        <p:nvSpPr>
          <p:cNvPr id="10244" name="Text Box 31">
            <a:extLst>
              <a:ext uri="{FF2B5EF4-FFF2-40B4-BE49-F238E27FC236}">
                <a16:creationId xmlns:a16="http://schemas.microsoft.com/office/drawing/2014/main" id="{7164083B-C58A-684F-6FDF-FD671DEA8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676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1" i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Text Box 32">
            <a:extLst>
              <a:ext uri="{FF2B5EF4-FFF2-40B4-BE49-F238E27FC236}">
                <a16:creationId xmlns:a16="http://schemas.microsoft.com/office/drawing/2014/main" id="{0A9F00C3-0F91-CD06-9FC3-1EA8746F3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246" name="Text Box 33">
            <a:extLst>
              <a:ext uri="{FF2B5EF4-FFF2-40B4-BE49-F238E27FC236}">
                <a16:creationId xmlns:a16="http://schemas.microsoft.com/office/drawing/2014/main" id="{B0C27EA9-EE9B-2772-21A4-2D70E7B5E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19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70691" name="Object 35">
            <a:extLst>
              <a:ext uri="{FF2B5EF4-FFF2-40B4-BE49-F238E27FC236}">
                <a16:creationId xmlns:a16="http://schemas.microsoft.com/office/drawing/2014/main" id="{B6290364-80A0-83FD-56A2-195CAA225B04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5148263" y="5102225"/>
          <a:ext cx="3076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4468" imgH="219017" progId="Equation.DSMT4">
                  <p:embed/>
                </p:oleObj>
              </mc:Choice>
              <mc:Fallback>
                <p:oleObj name="Equation" r:id="rId4" imgW="1514468" imgH="21901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102225"/>
                        <a:ext cx="30765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29" name="Object 173">
            <a:extLst>
              <a:ext uri="{FF2B5EF4-FFF2-40B4-BE49-F238E27FC236}">
                <a16:creationId xmlns:a16="http://schemas.microsoft.com/office/drawing/2014/main" id="{FD4E93AD-34BA-87AF-4355-95FED91AFBE3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5186363" y="5683250"/>
          <a:ext cx="299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6340" imgH="219017" progId="Equation.DSMT4">
                  <p:embed/>
                </p:oleObj>
              </mc:Choice>
              <mc:Fallback>
                <p:oleObj name="Equation" r:id="rId6" imgW="1476340" imgH="219017" progId="Equation.DSMT4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5683250"/>
                        <a:ext cx="2997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65" name="Rectangle 109">
            <a:extLst>
              <a:ext uri="{FF2B5EF4-FFF2-40B4-BE49-F238E27FC236}">
                <a16:creationId xmlns:a16="http://schemas.microsoft.com/office/drawing/2014/main" id="{BE4BB117-22B0-E9E0-C240-29E13585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49275"/>
            <a:ext cx="30162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载荷分解如图</a:t>
            </a:r>
          </a:p>
        </p:txBody>
      </p:sp>
      <p:sp>
        <p:nvSpPr>
          <p:cNvPr id="70766" name="Rectangle 110">
            <a:extLst>
              <a:ext uri="{FF2B5EF4-FFF2-40B4-BE49-F238E27FC236}">
                <a16:creationId xmlns:a16="http://schemas.microsoft.com/office/drawing/2014/main" id="{9BC24926-D65C-6DEF-C7B7-A38CA2EB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836613"/>
            <a:ext cx="41148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查简单载荷引起的变形表。</a:t>
            </a:r>
          </a:p>
        </p:txBody>
      </p:sp>
      <p:sp>
        <p:nvSpPr>
          <p:cNvPr id="70767" name="Rectangle 111">
            <a:extLst>
              <a:ext uri="{FF2B5EF4-FFF2-40B4-BE49-F238E27FC236}">
                <a16:creationId xmlns:a16="http://schemas.microsoft.com/office/drawing/2014/main" id="{799DB590-839A-28E7-2DE7-6C67DAC3A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792663"/>
            <a:ext cx="1763712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叠加</a:t>
            </a:r>
          </a:p>
        </p:txBody>
      </p:sp>
      <p:grpSp>
        <p:nvGrpSpPr>
          <p:cNvPr id="10252" name="Group 183">
            <a:extLst>
              <a:ext uri="{FF2B5EF4-FFF2-40B4-BE49-F238E27FC236}">
                <a16:creationId xmlns:a16="http://schemas.microsoft.com/office/drawing/2014/main" id="{793E2360-413F-7E95-07B3-49F7FE24186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620713"/>
            <a:ext cx="4008438" cy="1897062"/>
            <a:chOff x="144" y="391"/>
            <a:chExt cx="2525" cy="1195"/>
          </a:xfrm>
        </p:grpSpPr>
        <p:sp>
          <p:nvSpPr>
            <p:cNvPr id="10342" name="Line 30">
              <a:extLst>
                <a:ext uri="{FF2B5EF4-FFF2-40B4-BE49-F238E27FC236}">
                  <a16:creationId xmlns:a16="http://schemas.microsoft.com/office/drawing/2014/main" id="{3BC0AD1B-9E19-DDEE-4DC5-4E2A320C9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912"/>
              <a:ext cx="0" cy="432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3" name="Group 182">
              <a:extLst>
                <a:ext uri="{FF2B5EF4-FFF2-40B4-BE49-F238E27FC236}">
                  <a16:creationId xmlns:a16="http://schemas.microsoft.com/office/drawing/2014/main" id="{7B92FE87-96C0-944C-9386-EFB42BFAA1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91"/>
              <a:ext cx="2525" cy="1195"/>
              <a:chOff x="144" y="391"/>
              <a:chExt cx="2525" cy="1195"/>
            </a:xfrm>
          </p:grpSpPr>
          <p:grpSp>
            <p:nvGrpSpPr>
              <p:cNvPr id="10344" name="Group 21">
                <a:extLst>
                  <a:ext uri="{FF2B5EF4-FFF2-40B4-BE49-F238E27FC236}">
                    <a16:creationId xmlns:a16="http://schemas.microsoft.com/office/drawing/2014/main" id="{31F3DC0B-6579-CE1B-EDAF-E610329517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008"/>
                <a:ext cx="1920" cy="336"/>
                <a:chOff x="288" y="1056"/>
                <a:chExt cx="1920" cy="336"/>
              </a:xfrm>
            </p:grpSpPr>
            <p:sp>
              <p:nvSpPr>
                <p:cNvPr id="10355" name="Line 22">
                  <a:extLst>
                    <a:ext uri="{FF2B5EF4-FFF2-40B4-BE49-F238E27FC236}">
                      <a16:creationId xmlns:a16="http://schemas.microsoft.com/office/drawing/2014/main" id="{01C5C8A3-5C4B-2557-74F8-86D8759EFA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56" name="Line 23">
                  <a:extLst>
                    <a:ext uri="{FF2B5EF4-FFF2-40B4-BE49-F238E27FC236}">
                      <a16:creationId xmlns:a16="http://schemas.microsoft.com/office/drawing/2014/main" id="{820BF69B-8EF1-84A7-604F-2A1B3C452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57" name="Line 24">
                  <a:extLst>
                    <a:ext uri="{FF2B5EF4-FFF2-40B4-BE49-F238E27FC236}">
                      <a16:creationId xmlns:a16="http://schemas.microsoft.com/office/drawing/2014/main" id="{A5F034AC-0FC9-A7B7-9C5F-BEE62371D9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96"/>
                  <a:ext cx="19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stealth" w="med" len="lg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58" name="Text Box 25">
                  <a:extLst>
                    <a:ext uri="{FF2B5EF4-FFF2-40B4-BE49-F238E27FC236}">
                      <a16:creationId xmlns:a16="http://schemas.microsoft.com/office/drawing/2014/main" id="{2A737B24-0CF0-52B0-DE07-5544FDB4DF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1056"/>
                  <a:ext cx="62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l</a:t>
                  </a:r>
                </a:p>
              </p:txBody>
            </p:sp>
          </p:grpSp>
          <p:grpSp>
            <p:nvGrpSpPr>
              <p:cNvPr id="10345" name="Group 181">
                <a:extLst>
                  <a:ext uri="{FF2B5EF4-FFF2-40B4-BE49-F238E27FC236}">
                    <a16:creationId xmlns:a16="http://schemas.microsoft.com/office/drawing/2014/main" id="{F61869D5-B97D-555B-1D9D-45FDF9D0E2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391"/>
                <a:ext cx="2525" cy="1195"/>
                <a:chOff x="144" y="391"/>
                <a:chExt cx="2525" cy="1195"/>
              </a:xfrm>
            </p:grpSpPr>
            <p:sp>
              <p:nvSpPr>
                <p:cNvPr id="10346" name="Text Box 7">
                  <a:extLst>
                    <a:ext uri="{FF2B5EF4-FFF2-40B4-BE49-F238E27FC236}">
                      <a16:creationId xmlns:a16="http://schemas.microsoft.com/office/drawing/2014/main" id="{F006504A-F3BF-9EFB-4795-0A9A0CDF98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" y="391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Times New Roman" panose="02020603050405020304" pitchFamily="18" charset="0"/>
                    </a:rPr>
                    <a:t>Q</a:t>
                  </a:r>
                  <a:endParaRPr kumimoji="1" lang="en-US" altLang="zh-CN" sz="2400" b="1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347" name="AutoShape 15">
                  <a:extLst>
                    <a:ext uri="{FF2B5EF4-FFF2-40B4-BE49-F238E27FC236}">
                      <a16:creationId xmlns:a16="http://schemas.microsoft.com/office/drawing/2014/main" id="{EF29AE6C-6DB8-141C-C133-F0097A8725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6" y="528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348" name="Rectangle 26">
                  <a:extLst>
                    <a:ext uri="{FF2B5EF4-FFF2-40B4-BE49-F238E27FC236}">
                      <a16:creationId xmlns:a16="http://schemas.microsoft.com/office/drawing/2014/main" id="{C147227C-B999-D990-4A6D-25A03B43BC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" y="816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0349" name="Group 27">
                  <a:extLst>
                    <a:ext uri="{FF2B5EF4-FFF2-40B4-BE49-F238E27FC236}">
                      <a16:creationId xmlns:a16="http://schemas.microsoft.com/office/drawing/2014/main" id="{4C5CECB9-2C5F-097E-CBBC-A6348AECE1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" y="624"/>
                  <a:ext cx="96" cy="480"/>
                  <a:chOff x="192" y="672"/>
                  <a:chExt cx="96" cy="480"/>
                </a:xfrm>
              </p:grpSpPr>
              <p:sp>
                <p:nvSpPr>
                  <p:cNvPr id="10353" name="Rectangle 28">
                    <a:extLst>
                      <a:ext uri="{FF2B5EF4-FFF2-40B4-BE49-F238E27FC236}">
                        <a16:creationId xmlns:a16="http://schemas.microsoft.com/office/drawing/2014/main" id="{B59CA2E7-15A9-3C74-670F-8D888B0385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" y="672"/>
                    <a:ext cx="96" cy="480"/>
                  </a:xfrm>
                  <a:prstGeom prst="rect">
                    <a:avLst/>
                  </a:prstGeom>
                  <a:blipFill dpi="0" rotWithShape="0">
                    <a:blip r:embed="rId8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0354" name="Line 29">
                    <a:extLst>
                      <a:ext uri="{FF2B5EF4-FFF2-40B4-BE49-F238E27FC236}">
                        <a16:creationId xmlns:a16="http://schemas.microsoft.com/office/drawing/2014/main" id="{40B96F27-B24A-2D57-9B8E-0BA0CBC7E3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" y="672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350" name="Arc 131">
                  <a:extLst>
                    <a:ext uri="{FF2B5EF4-FFF2-40B4-BE49-F238E27FC236}">
                      <a16:creationId xmlns:a16="http://schemas.microsoft.com/office/drawing/2014/main" id="{F128A8CD-A382-225F-D10E-5FB714416D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0" y="572"/>
                  <a:ext cx="192" cy="485"/>
                </a:xfrm>
                <a:custGeom>
                  <a:avLst/>
                  <a:gdLst>
                    <a:gd name="T0" fmla="*/ 0 w 21600"/>
                    <a:gd name="T1" fmla="*/ 0 h 36381"/>
                    <a:gd name="T2" fmla="*/ 1 w 21600"/>
                    <a:gd name="T3" fmla="*/ 6 h 36381"/>
                    <a:gd name="T4" fmla="*/ 0 w 21600"/>
                    <a:gd name="T5" fmla="*/ 4 h 3638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381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7091"/>
                        <a:pt x="19508" y="32376"/>
                        <a:pt x="15750" y="36381"/>
                      </a:cubicBezTo>
                    </a:path>
                    <a:path w="21600" h="36381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7091"/>
                        <a:pt x="19508" y="32376"/>
                        <a:pt x="15750" y="36381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33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51" name="Text Box 132">
                  <a:extLst>
                    <a:ext uri="{FF2B5EF4-FFF2-40B4-BE49-F238E27FC236}">
                      <a16:creationId xmlns:a16="http://schemas.microsoft.com/office/drawing/2014/main" id="{68D33646-D892-62F7-ABF6-C6F8123C45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1" y="93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solidFill>
                        <a:srgbClr val="CC3300"/>
                      </a:solidFill>
                      <a:latin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0352" name="Text Box 134">
                  <a:extLst>
                    <a:ext uri="{FF2B5EF4-FFF2-40B4-BE49-F238E27FC236}">
                      <a16:creationId xmlns:a16="http://schemas.microsoft.com/office/drawing/2014/main" id="{F7633057-2BB0-A7CA-E714-8B72E6B04B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8" y="129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solidFill>
                        <a:srgbClr val="CC3300"/>
                      </a:solidFill>
                      <a:latin typeface="Times New Roman" panose="02020603050405020304" pitchFamily="18" charset="0"/>
                    </a:rPr>
                    <a:t>F</a:t>
                  </a:r>
                </a:p>
              </p:txBody>
            </p:sp>
          </p:grpSp>
        </p:grpSp>
      </p:grpSp>
      <p:grpSp>
        <p:nvGrpSpPr>
          <p:cNvPr id="70843" name="Group 187">
            <a:extLst>
              <a:ext uri="{FF2B5EF4-FFF2-40B4-BE49-F238E27FC236}">
                <a16:creationId xmlns:a16="http://schemas.microsoft.com/office/drawing/2014/main" id="{4AC4B85F-0197-DAA2-EDF8-0C591153CD4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525838"/>
            <a:ext cx="3962400" cy="1343025"/>
            <a:chOff x="144" y="2221"/>
            <a:chExt cx="2496" cy="846"/>
          </a:xfrm>
        </p:grpSpPr>
        <p:grpSp>
          <p:nvGrpSpPr>
            <p:cNvPr id="10312" name="Group 106">
              <a:extLst>
                <a:ext uri="{FF2B5EF4-FFF2-40B4-BE49-F238E27FC236}">
                  <a16:creationId xmlns:a16="http://schemas.microsoft.com/office/drawing/2014/main" id="{ACC94619-215A-42F3-13B2-08F406034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2221"/>
              <a:ext cx="221" cy="247"/>
              <a:chOff x="4967" y="3203"/>
              <a:chExt cx="221" cy="247"/>
            </a:xfrm>
          </p:grpSpPr>
          <p:sp>
            <p:nvSpPr>
              <p:cNvPr id="10340" name="Rectangle 107">
                <a:extLst>
                  <a:ext uri="{FF2B5EF4-FFF2-40B4-BE49-F238E27FC236}">
                    <a16:creationId xmlns:a16="http://schemas.microsoft.com/office/drawing/2014/main" id="{1ADCA2A9-D80F-1AD8-5875-CC92D6E23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203"/>
                <a:ext cx="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400"/>
              </a:p>
            </p:txBody>
          </p:sp>
          <p:sp>
            <p:nvSpPr>
              <p:cNvPr id="10341" name="Rectangle 108">
                <a:extLst>
                  <a:ext uri="{FF2B5EF4-FFF2-40B4-BE49-F238E27FC236}">
                    <a16:creationId xmlns:a16="http://schemas.microsoft.com/office/drawing/2014/main" id="{56509C0D-5419-4637-43F5-2422A2544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3335"/>
                <a:ext cx="13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 b="1" i="1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BF</a:t>
                </a:r>
                <a:endParaRPr lang="en-US" altLang="zh-CN" sz="1200"/>
              </a:p>
            </p:txBody>
          </p:sp>
        </p:grpSp>
        <p:grpSp>
          <p:nvGrpSpPr>
            <p:cNvPr id="10313" name="Group 186">
              <a:extLst>
                <a:ext uri="{FF2B5EF4-FFF2-40B4-BE49-F238E27FC236}">
                  <a16:creationId xmlns:a16="http://schemas.microsoft.com/office/drawing/2014/main" id="{1B74B208-BAE7-0BE2-454B-3DD04DF967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275"/>
              <a:ext cx="2496" cy="792"/>
              <a:chOff x="144" y="2275"/>
              <a:chExt cx="2496" cy="792"/>
            </a:xfrm>
          </p:grpSpPr>
          <p:grpSp>
            <p:nvGrpSpPr>
              <p:cNvPr id="10314" name="Group 38">
                <a:extLst>
                  <a:ext uri="{FF2B5EF4-FFF2-40B4-BE49-F238E27FC236}">
                    <a16:creationId xmlns:a16="http://schemas.microsoft.com/office/drawing/2014/main" id="{B6E16E1F-F4A5-5965-B775-742D9E3536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2275"/>
                <a:ext cx="2496" cy="792"/>
                <a:chOff x="144" y="1896"/>
                <a:chExt cx="2496" cy="792"/>
              </a:xfrm>
            </p:grpSpPr>
            <p:grpSp>
              <p:nvGrpSpPr>
                <p:cNvPr id="10316" name="Group 39">
                  <a:extLst>
                    <a:ext uri="{FF2B5EF4-FFF2-40B4-BE49-F238E27FC236}">
                      <a16:creationId xmlns:a16="http://schemas.microsoft.com/office/drawing/2014/main" id="{24B45D7C-8F74-C4CE-811B-51E01D2BD9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" y="1968"/>
                  <a:ext cx="2496" cy="720"/>
                  <a:chOff x="144" y="1968"/>
                  <a:chExt cx="2496" cy="720"/>
                </a:xfrm>
              </p:grpSpPr>
              <p:grpSp>
                <p:nvGrpSpPr>
                  <p:cNvPr id="10331" name="Group 40">
                    <a:extLst>
                      <a:ext uri="{FF2B5EF4-FFF2-40B4-BE49-F238E27FC236}">
                        <a16:creationId xmlns:a16="http://schemas.microsoft.com/office/drawing/2014/main" id="{91B2AEDA-0502-71FC-A17B-6FAD5F5092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4" y="1968"/>
                    <a:ext cx="2496" cy="720"/>
                    <a:chOff x="144" y="1968"/>
                    <a:chExt cx="2496" cy="720"/>
                  </a:xfrm>
                </p:grpSpPr>
                <p:sp>
                  <p:nvSpPr>
                    <p:cNvPr id="10334" name="Rectangle 41">
                      <a:extLst>
                        <a:ext uri="{FF2B5EF4-FFF2-40B4-BE49-F238E27FC236}">
                          <a16:creationId xmlns:a16="http://schemas.microsoft.com/office/drawing/2014/main" id="{B4888CF8-A298-81B8-B707-1E4735D0C7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" y="2160"/>
                      <a:ext cx="1968" cy="96"/>
                    </a:xfrm>
                    <a:prstGeom prst="rect">
                      <a:avLst/>
                    </a:prstGeom>
                    <a:solidFill>
                      <a:srgbClr val="FF0066"/>
                    </a:solidFill>
                    <a:ln w="9525">
                      <a:solidFill>
                        <a:srgbClr val="FF0066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kumimoji="1" lang="zh-CN" altLang="zh-CN" sz="2400">
                        <a:solidFill>
                          <a:srgbClr val="CC3300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0335" name="Group 42">
                      <a:extLst>
                        <a:ext uri="{FF2B5EF4-FFF2-40B4-BE49-F238E27FC236}">
                          <a16:creationId xmlns:a16="http://schemas.microsoft.com/office/drawing/2014/main" id="{8C54E87A-C24B-9BFC-480B-B8BFD0D58FE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4" y="1968"/>
                      <a:ext cx="96" cy="480"/>
                      <a:chOff x="192" y="672"/>
                      <a:chExt cx="96" cy="480"/>
                    </a:xfrm>
                  </p:grpSpPr>
                  <p:sp>
                    <p:nvSpPr>
                      <p:cNvPr id="10338" name="Rectangle 43">
                        <a:extLst>
                          <a:ext uri="{FF2B5EF4-FFF2-40B4-BE49-F238E27FC236}">
                            <a16:creationId xmlns:a16="http://schemas.microsoft.com/office/drawing/2014/main" id="{D77EE299-45FA-4651-557D-DBF646FB6F5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" y="672"/>
                        <a:ext cx="96" cy="480"/>
                      </a:xfrm>
                      <a:prstGeom prst="rect">
                        <a:avLst/>
                      </a:prstGeom>
                      <a:blipFill dpi="0" rotWithShape="0">
                        <a:blip r:embed="rId8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10339" name="Line 44">
                        <a:extLst>
                          <a:ext uri="{FF2B5EF4-FFF2-40B4-BE49-F238E27FC236}">
                            <a16:creationId xmlns:a16="http://schemas.microsoft.com/office/drawing/2014/main" id="{E77059B1-08CC-0F85-F1F5-E7A0DA2EDCD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88" y="672"/>
                        <a:ext cx="0" cy="48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336" name="Line 45">
                      <a:extLst>
                        <a:ext uri="{FF2B5EF4-FFF2-40B4-BE49-F238E27FC236}">
                          <a16:creationId xmlns:a16="http://schemas.microsoft.com/office/drawing/2014/main" id="{24EFA8AE-00C3-D6E6-8FB7-30B8CA2307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60" y="2256"/>
                      <a:ext cx="0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CC3300"/>
                      </a:solidFill>
                      <a:round/>
                      <a:headEnd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37" name="Text Box 46">
                      <a:extLst>
                        <a:ext uri="{FF2B5EF4-FFF2-40B4-BE49-F238E27FC236}">
                          <a16:creationId xmlns:a16="http://schemas.microsoft.com/office/drawing/2014/main" id="{36EC6EE1-E52D-C8C8-1C36-39BE14EB4A2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08" y="2400"/>
                      <a:ext cx="43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endParaRPr kumimoji="1" lang="zh-CN" altLang="zh-CN" sz="2400" b="1" i="1">
                        <a:solidFill>
                          <a:srgbClr val="CC3300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0332" name="Text Box 47">
                    <a:extLst>
                      <a:ext uri="{FF2B5EF4-FFF2-40B4-BE49-F238E27FC236}">
                        <a16:creationId xmlns:a16="http://schemas.microsoft.com/office/drawing/2014/main" id="{94C71DE6-8075-7F6A-109C-F3FE179940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" y="2208"/>
                    <a:ext cx="38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i="1">
                        <a:latin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10333" name="Text Box 48">
                    <a:extLst>
                      <a:ext uri="{FF2B5EF4-FFF2-40B4-BE49-F238E27FC236}">
                        <a16:creationId xmlns:a16="http://schemas.microsoft.com/office/drawing/2014/main" id="{06F3FBB3-B481-C660-14CD-FFBD787F3C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0" y="2112"/>
                    <a:ext cx="38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i="1">
                        <a:latin typeface="Times New Roman" panose="02020603050405020304" pitchFamily="18" charset="0"/>
                      </a:rPr>
                      <a:t>B</a:t>
                    </a:r>
                  </a:p>
                </p:txBody>
              </p:sp>
            </p:grpSp>
            <p:grpSp>
              <p:nvGrpSpPr>
                <p:cNvPr id="10317" name="Group 49">
                  <a:extLst>
                    <a:ext uri="{FF2B5EF4-FFF2-40B4-BE49-F238E27FC236}">
                      <a16:creationId xmlns:a16="http://schemas.microsoft.com/office/drawing/2014/main" id="{DF07E69E-E99D-3575-DE0A-02E4788D1D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" y="1896"/>
                  <a:ext cx="1968" cy="312"/>
                  <a:chOff x="3186" y="1703"/>
                  <a:chExt cx="2302" cy="312"/>
                </a:xfrm>
              </p:grpSpPr>
              <p:sp>
                <p:nvSpPr>
                  <p:cNvPr id="10318" name="Freeform 50">
                    <a:extLst>
                      <a:ext uri="{FF2B5EF4-FFF2-40B4-BE49-F238E27FC236}">
                        <a16:creationId xmlns:a16="http://schemas.microsoft.com/office/drawing/2014/main" id="{C9F66B92-24A6-3E91-24EA-0CED2285A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86" y="1981"/>
                    <a:ext cx="192" cy="34"/>
                  </a:xfrm>
                  <a:custGeom>
                    <a:avLst/>
                    <a:gdLst>
                      <a:gd name="T0" fmla="*/ 0 w 192"/>
                      <a:gd name="T1" fmla="*/ 10 h 34"/>
                      <a:gd name="T2" fmla="*/ 1 w 192"/>
                      <a:gd name="T3" fmla="*/ 34 h 34"/>
                      <a:gd name="T4" fmla="*/ 116 w 192"/>
                      <a:gd name="T5" fmla="*/ 28 h 34"/>
                      <a:gd name="T6" fmla="*/ 192 w 192"/>
                      <a:gd name="T7" fmla="*/ 24 h 34"/>
                      <a:gd name="T8" fmla="*/ 191 w 192"/>
                      <a:gd name="T9" fmla="*/ 0 h 34"/>
                      <a:gd name="T10" fmla="*/ 116 w 192"/>
                      <a:gd name="T11" fmla="*/ 4 h 34"/>
                      <a:gd name="T12" fmla="*/ 0 w 192"/>
                      <a:gd name="T13" fmla="*/ 10 h 3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92" h="34">
                        <a:moveTo>
                          <a:pt x="0" y="10"/>
                        </a:moveTo>
                        <a:lnTo>
                          <a:pt x="1" y="34"/>
                        </a:lnTo>
                        <a:lnTo>
                          <a:pt x="116" y="28"/>
                        </a:lnTo>
                        <a:lnTo>
                          <a:pt x="192" y="24"/>
                        </a:lnTo>
                        <a:lnTo>
                          <a:pt x="191" y="0"/>
                        </a:lnTo>
                        <a:lnTo>
                          <a:pt x="116" y="4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19" name="Freeform 51">
                    <a:extLst>
                      <a:ext uri="{FF2B5EF4-FFF2-40B4-BE49-F238E27FC236}">
                        <a16:creationId xmlns:a16="http://schemas.microsoft.com/office/drawing/2014/main" id="{6BDB101C-60A7-0193-AA25-D8B914236F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9" y="1976"/>
                    <a:ext cx="25" cy="25"/>
                  </a:xfrm>
                  <a:custGeom>
                    <a:avLst/>
                    <a:gdLst>
                      <a:gd name="T0" fmla="*/ 0 w 25"/>
                      <a:gd name="T1" fmla="*/ 1 h 25"/>
                      <a:gd name="T2" fmla="*/ 1 w 25"/>
                      <a:gd name="T3" fmla="*/ 25 h 25"/>
                      <a:gd name="T4" fmla="*/ 25 w 25"/>
                      <a:gd name="T5" fmla="*/ 24 h 25"/>
                      <a:gd name="T6" fmla="*/ 24 w 25"/>
                      <a:gd name="T7" fmla="*/ 0 h 25"/>
                      <a:gd name="T8" fmla="*/ 0 w 25"/>
                      <a:gd name="T9" fmla="*/ 1 h 2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25">
                        <a:moveTo>
                          <a:pt x="0" y="1"/>
                        </a:moveTo>
                        <a:lnTo>
                          <a:pt x="1" y="25"/>
                        </a:lnTo>
                        <a:lnTo>
                          <a:pt x="25" y="24"/>
                        </a:lnTo>
                        <a:lnTo>
                          <a:pt x="24" y="0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0" name="Freeform 52">
                    <a:extLst>
                      <a:ext uri="{FF2B5EF4-FFF2-40B4-BE49-F238E27FC236}">
                        <a16:creationId xmlns:a16="http://schemas.microsoft.com/office/drawing/2014/main" id="{F9A478FD-EF20-A587-DD33-DE8A815EA8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45" y="1958"/>
                    <a:ext cx="193" cy="38"/>
                  </a:xfrm>
                  <a:custGeom>
                    <a:avLst/>
                    <a:gdLst>
                      <a:gd name="T0" fmla="*/ 0 w 193"/>
                      <a:gd name="T1" fmla="*/ 14 h 38"/>
                      <a:gd name="T2" fmla="*/ 1 w 193"/>
                      <a:gd name="T3" fmla="*/ 38 h 38"/>
                      <a:gd name="T4" fmla="*/ 113 w 193"/>
                      <a:gd name="T5" fmla="*/ 30 h 38"/>
                      <a:gd name="T6" fmla="*/ 175 w 193"/>
                      <a:gd name="T7" fmla="*/ 26 h 38"/>
                      <a:gd name="T8" fmla="*/ 193 w 193"/>
                      <a:gd name="T9" fmla="*/ 24 h 38"/>
                      <a:gd name="T10" fmla="*/ 191 w 193"/>
                      <a:gd name="T11" fmla="*/ 0 h 38"/>
                      <a:gd name="T12" fmla="*/ 175 w 193"/>
                      <a:gd name="T13" fmla="*/ 2 h 38"/>
                      <a:gd name="T14" fmla="*/ 113 w 193"/>
                      <a:gd name="T15" fmla="*/ 6 h 38"/>
                      <a:gd name="T16" fmla="*/ 0 w 193"/>
                      <a:gd name="T17" fmla="*/ 14 h 3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3" h="38">
                        <a:moveTo>
                          <a:pt x="0" y="14"/>
                        </a:moveTo>
                        <a:lnTo>
                          <a:pt x="1" y="38"/>
                        </a:lnTo>
                        <a:lnTo>
                          <a:pt x="113" y="30"/>
                        </a:lnTo>
                        <a:lnTo>
                          <a:pt x="175" y="26"/>
                        </a:lnTo>
                        <a:lnTo>
                          <a:pt x="193" y="24"/>
                        </a:lnTo>
                        <a:lnTo>
                          <a:pt x="191" y="0"/>
                        </a:lnTo>
                        <a:lnTo>
                          <a:pt x="175" y="2"/>
                        </a:lnTo>
                        <a:lnTo>
                          <a:pt x="113" y="6"/>
                        </a:lnTo>
                        <a:lnTo>
                          <a:pt x="0" y="14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1" name="Freeform 53">
                    <a:extLst>
                      <a:ext uri="{FF2B5EF4-FFF2-40B4-BE49-F238E27FC236}">
                        <a16:creationId xmlns:a16="http://schemas.microsoft.com/office/drawing/2014/main" id="{AC2AAFFA-C2BA-BEE5-1AEA-AF5EE0BFC5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08" y="1950"/>
                    <a:ext cx="26" cy="27"/>
                  </a:xfrm>
                  <a:custGeom>
                    <a:avLst/>
                    <a:gdLst>
                      <a:gd name="T0" fmla="*/ 0 w 26"/>
                      <a:gd name="T1" fmla="*/ 3 h 27"/>
                      <a:gd name="T2" fmla="*/ 2 w 26"/>
                      <a:gd name="T3" fmla="*/ 27 h 27"/>
                      <a:gd name="T4" fmla="*/ 26 w 26"/>
                      <a:gd name="T5" fmla="*/ 24 h 27"/>
                      <a:gd name="T6" fmla="*/ 24 w 26"/>
                      <a:gd name="T7" fmla="*/ 0 h 27"/>
                      <a:gd name="T8" fmla="*/ 0 w 26"/>
                      <a:gd name="T9" fmla="*/ 3 h 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6" h="27">
                        <a:moveTo>
                          <a:pt x="0" y="3"/>
                        </a:moveTo>
                        <a:lnTo>
                          <a:pt x="2" y="27"/>
                        </a:lnTo>
                        <a:lnTo>
                          <a:pt x="26" y="24"/>
                        </a:lnTo>
                        <a:lnTo>
                          <a:pt x="24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2" name="Freeform 54">
                    <a:extLst>
                      <a:ext uri="{FF2B5EF4-FFF2-40B4-BE49-F238E27FC236}">
                        <a16:creationId xmlns:a16="http://schemas.microsoft.com/office/drawing/2014/main" id="{32C42F0E-D5FC-26A9-1269-A76F877D8F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03" y="1924"/>
                    <a:ext cx="194" cy="44"/>
                  </a:xfrm>
                  <a:custGeom>
                    <a:avLst/>
                    <a:gdLst>
                      <a:gd name="T0" fmla="*/ 0 w 194"/>
                      <a:gd name="T1" fmla="*/ 20 h 44"/>
                      <a:gd name="T2" fmla="*/ 2 w 194"/>
                      <a:gd name="T3" fmla="*/ 44 h 44"/>
                      <a:gd name="T4" fmla="*/ 9 w 194"/>
                      <a:gd name="T5" fmla="*/ 43 h 44"/>
                      <a:gd name="T6" fmla="*/ 75 w 194"/>
                      <a:gd name="T7" fmla="*/ 37 h 44"/>
                      <a:gd name="T8" fmla="*/ 143 w 194"/>
                      <a:gd name="T9" fmla="*/ 30 h 44"/>
                      <a:gd name="T10" fmla="*/ 194 w 194"/>
                      <a:gd name="T11" fmla="*/ 23 h 44"/>
                      <a:gd name="T12" fmla="*/ 191 w 194"/>
                      <a:gd name="T13" fmla="*/ 0 h 44"/>
                      <a:gd name="T14" fmla="*/ 143 w 194"/>
                      <a:gd name="T15" fmla="*/ 6 h 44"/>
                      <a:gd name="T16" fmla="*/ 75 w 194"/>
                      <a:gd name="T17" fmla="*/ 13 h 44"/>
                      <a:gd name="T18" fmla="*/ 9 w 194"/>
                      <a:gd name="T19" fmla="*/ 19 h 44"/>
                      <a:gd name="T20" fmla="*/ 0 w 194"/>
                      <a:gd name="T21" fmla="*/ 20 h 44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94" h="44">
                        <a:moveTo>
                          <a:pt x="0" y="20"/>
                        </a:moveTo>
                        <a:lnTo>
                          <a:pt x="2" y="44"/>
                        </a:lnTo>
                        <a:lnTo>
                          <a:pt x="9" y="43"/>
                        </a:lnTo>
                        <a:lnTo>
                          <a:pt x="75" y="37"/>
                        </a:lnTo>
                        <a:lnTo>
                          <a:pt x="143" y="30"/>
                        </a:lnTo>
                        <a:lnTo>
                          <a:pt x="194" y="23"/>
                        </a:lnTo>
                        <a:lnTo>
                          <a:pt x="191" y="0"/>
                        </a:lnTo>
                        <a:lnTo>
                          <a:pt x="143" y="6"/>
                        </a:lnTo>
                        <a:lnTo>
                          <a:pt x="75" y="13"/>
                        </a:lnTo>
                        <a:lnTo>
                          <a:pt x="9" y="19"/>
                        </a:ln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3" name="Freeform 55">
                    <a:extLst>
                      <a:ext uri="{FF2B5EF4-FFF2-40B4-BE49-F238E27FC236}">
                        <a16:creationId xmlns:a16="http://schemas.microsoft.com/office/drawing/2014/main" id="{729B86DC-D0DF-BC18-0223-E244C7838A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65" y="1913"/>
                    <a:ext cx="27" cy="26"/>
                  </a:xfrm>
                  <a:custGeom>
                    <a:avLst/>
                    <a:gdLst>
                      <a:gd name="T0" fmla="*/ 0 w 27"/>
                      <a:gd name="T1" fmla="*/ 3 h 26"/>
                      <a:gd name="T2" fmla="*/ 3 w 27"/>
                      <a:gd name="T3" fmla="*/ 26 h 26"/>
                      <a:gd name="T4" fmla="*/ 23 w 27"/>
                      <a:gd name="T5" fmla="*/ 24 h 26"/>
                      <a:gd name="T6" fmla="*/ 27 w 27"/>
                      <a:gd name="T7" fmla="*/ 23 h 26"/>
                      <a:gd name="T8" fmla="*/ 24 w 27"/>
                      <a:gd name="T9" fmla="*/ 0 h 26"/>
                      <a:gd name="T10" fmla="*/ 20 w 27"/>
                      <a:gd name="T11" fmla="*/ 1 h 26"/>
                      <a:gd name="T12" fmla="*/ 0 w 27"/>
                      <a:gd name="T13" fmla="*/ 3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7" h="26">
                        <a:moveTo>
                          <a:pt x="0" y="3"/>
                        </a:moveTo>
                        <a:lnTo>
                          <a:pt x="3" y="26"/>
                        </a:lnTo>
                        <a:lnTo>
                          <a:pt x="23" y="24"/>
                        </a:lnTo>
                        <a:lnTo>
                          <a:pt x="27" y="23"/>
                        </a:lnTo>
                        <a:lnTo>
                          <a:pt x="24" y="0"/>
                        </a:lnTo>
                        <a:lnTo>
                          <a:pt x="20" y="1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4" name="Freeform 56">
                    <a:extLst>
                      <a:ext uri="{FF2B5EF4-FFF2-40B4-BE49-F238E27FC236}">
                        <a16:creationId xmlns:a16="http://schemas.microsoft.com/office/drawing/2014/main" id="{D974561E-8429-2A64-415E-FF3F9B799B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1" y="1877"/>
                    <a:ext cx="193" cy="50"/>
                  </a:xfrm>
                  <a:custGeom>
                    <a:avLst/>
                    <a:gdLst>
                      <a:gd name="T0" fmla="*/ 0 w 193"/>
                      <a:gd name="T1" fmla="*/ 27 h 50"/>
                      <a:gd name="T2" fmla="*/ 3 w 193"/>
                      <a:gd name="T3" fmla="*/ 50 h 50"/>
                      <a:gd name="T4" fmla="*/ 72 w 193"/>
                      <a:gd name="T5" fmla="*/ 41 h 50"/>
                      <a:gd name="T6" fmla="*/ 148 w 193"/>
                      <a:gd name="T7" fmla="*/ 30 h 50"/>
                      <a:gd name="T8" fmla="*/ 193 w 193"/>
                      <a:gd name="T9" fmla="*/ 23 h 50"/>
                      <a:gd name="T10" fmla="*/ 190 w 193"/>
                      <a:gd name="T11" fmla="*/ 0 h 50"/>
                      <a:gd name="T12" fmla="*/ 148 w 193"/>
                      <a:gd name="T13" fmla="*/ 6 h 50"/>
                      <a:gd name="T14" fmla="*/ 72 w 193"/>
                      <a:gd name="T15" fmla="*/ 17 h 50"/>
                      <a:gd name="T16" fmla="*/ 0 w 193"/>
                      <a:gd name="T17" fmla="*/ 27 h 5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3" h="50">
                        <a:moveTo>
                          <a:pt x="0" y="27"/>
                        </a:moveTo>
                        <a:lnTo>
                          <a:pt x="3" y="50"/>
                        </a:lnTo>
                        <a:lnTo>
                          <a:pt x="72" y="41"/>
                        </a:lnTo>
                        <a:lnTo>
                          <a:pt x="148" y="30"/>
                        </a:lnTo>
                        <a:lnTo>
                          <a:pt x="193" y="23"/>
                        </a:lnTo>
                        <a:lnTo>
                          <a:pt x="190" y="0"/>
                        </a:lnTo>
                        <a:lnTo>
                          <a:pt x="148" y="6"/>
                        </a:lnTo>
                        <a:lnTo>
                          <a:pt x="72" y="17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5" name="Freeform 57">
                    <a:extLst>
                      <a:ext uri="{FF2B5EF4-FFF2-40B4-BE49-F238E27FC236}">
                        <a16:creationId xmlns:a16="http://schemas.microsoft.com/office/drawing/2014/main" id="{5CDA0372-47A8-27FF-2EE1-3457433172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22" y="1862"/>
                    <a:ext cx="27" cy="27"/>
                  </a:xfrm>
                  <a:custGeom>
                    <a:avLst/>
                    <a:gdLst>
                      <a:gd name="T0" fmla="*/ 0 w 27"/>
                      <a:gd name="T1" fmla="*/ 4 h 27"/>
                      <a:gd name="T2" fmla="*/ 3 w 27"/>
                      <a:gd name="T3" fmla="*/ 27 h 27"/>
                      <a:gd name="T4" fmla="*/ 27 w 27"/>
                      <a:gd name="T5" fmla="*/ 23 h 27"/>
                      <a:gd name="T6" fmla="*/ 24 w 27"/>
                      <a:gd name="T7" fmla="*/ 0 h 27"/>
                      <a:gd name="T8" fmla="*/ 0 w 27"/>
                      <a:gd name="T9" fmla="*/ 4 h 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" h="27">
                        <a:moveTo>
                          <a:pt x="0" y="4"/>
                        </a:moveTo>
                        <a:lnTo>
                          <a:pt x="3" y="27"/>
                        </a:lnTo>
                        <a:lnTo>
                          <a:pt x="27" y="23"/>
                        </a:lnTo>
                        <a:lnTo>
                          <a:pt x="24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6" name="Freeform 58">
                    <a:extLst>
                      <a:ext uri="{FF2B5EF4-FFF2-40B4-BE49-F238E27FC236}">
                        <a16:creationId xmlns:a16="http://schemas.microsoft.com/office/drawing/2014/main" id="{B0B421B4-5686-DFD2-1D87-DCE79ADB4C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16" y="1820"/>
                    <a:ext cx="194" cy="54"/>
                  </a:xfrm>
                  <a:custGeom>
                    <a:avLst/>
                    <a:gdLst>
                      <a:gd name="T0" fmla="*/ 0 w 194"/>
                      <a:gd name="T1" fmla="*/ 31 h 54"/>
                      <a:gd name="T2" fmla="*/ 4 w 194"/>
                      <a:gd name="T3" fmla="*/ 54 h 54"/>
                      <a:gd name="T4" fmla="*/ 29 w 194"/>
                      <a:gd name="T5" fmla="*/ 51 h 54"/>
                      <a:gd name="T6" fmla="*/ 110 w 194"/>
                      <a:gd name="T7" fmla="*/ 37 h 54"/>
                      <a:gd name="T8" fmla="*/ 192 w 194"/>
                      <a:gd name="T9" fmla="*/ 24 h 54"/>
                      <a:gd name="T10" fmla="*/ 194 w 194"/>
                      <a:gd name="T11" fmla="*/ 23 h 54"/>
                      <a:gd name="T12" fmla="*/ 190 w 194"/>
                      <a:gd name="T13" fmla="*/ 0 h 54"/>
                      <a:gd name="T14" fmla="*/ 192 w 194"/>
                      <a:gd name="T15" fmla="*/ 0 h 54"/>
                      <a:gd name="T16" fmla="*/ 110 w 194"/>
                      <a:gd name="T17" fmla="*/ 13 h 54"/>
                      <a:gd name="T18" fmla="*/ 29 w 194"/>
                      <a:gd name="T19" fmla="*/ 27 h 54"/>
                      <a:gd name="T20" fmla="*/ 0 w 194"/>
                      <a:gd name="T21" fmla="*/ 31 h 54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94" h="54">
                        <a:moveTo>
                          <a:pt x="0" y="31"/>
                        </a:moveTo>
                        <a:lnTo>
                          <a:pt x="4" y="54"/>
                        </a:lnTo>
                        <a:lnTo>
                          <a:pt x="29" y="51"/>
                        </a:lnTo>
                        <a:lnTo>
                          <a:pt x="110" y="37"/>
                        </a:lnTo>
                        <a:lnTo>
                          <a:pt x="192" y="24"/>
                        </a:lnTo>
                        <a:lnTo>
                          <a:pt x="194" y="23"/>
                        </a:lnTo>
                        <a:lnTo>
                          <a:pt x="190" y="0"/>
                        </a:lnTo>
                        <a:lnTo>
                          <a:pt x="192" y="0"/>
                        </a:lnTo>
                        <a:lnTo>
                          <a:pt x="110" y="13"/>
                        </a:lnTo>
                        <a:lnTo>
                          <a:pt x="29" y="27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7" name="Freeform 59">
                    <a:extLst>
                      <a:ext uri="{FF2B5EF4-FFF2-40B4-BE49-F238E27FC236}">
                        <a16:creationId xmlns:a16="http://schemas.microsoft.com/office/drawing/2014/main" id="{E3615CEE-C75C-09C6-60B2-69C981FF4C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77" y="1804"/>
                    <a:ext cx="27" cy="27"/>
                  </a:xfrm>
                  <a:custGeom>
                    <a:avLst/>
                    <a:gdLst>
                      <a:gd name="T0" fmla="*/ 0 w 27"/>
                      <a:gd name="T1" fmla="*/ 4 h 27"/>
                      <a:gd name="T2" fmla="*/ 4 w 27"/>
                      <a:gd name="T3" fmla="*/ 27 h 27"/>
                      <a:gd name="T4" fmla="*/ 27 w 27"/>
                      <a:gd name="T5" fmla="*/ 23 h 27"/>
                      <a:gd name="T6" fmla="*/ 23 w 27"/>
                      <a:gd name="T7" fmla="*/ 0 h 27"/>
                      <a:gd name="T8" fmla="*/ 0 w 27"/>
                      <a:gd name="T9" fmla="*/ 4 h 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" h="27">
                        <a:moveTo>
                          <a:pt x="0" y="4"/>
                        </a:moveTo>
                        <a:lnTo>
                          <a:pt x="4" y="27"/>
                        </a:lnTo>
                        <a:lnTo>
                          <a:pt x="27" y="23"/>
                        </a:lnTo>
                        <a:lnTo>
                          <a:pt x="23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8" name="Freeform 60">
                    <a:extLst>
                      <a:ext uri="{FF2B5EF4-FFF2-40B4-BE49-F238E27FC236}">
                        <a16:creationId xmlns:a16="http://schemas.microsoft.com/office/drawing/2014/main" id="{78F989EF-5D9B-E6CF-3BC6-0DD0B7E174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71" y="1759"/>
                    <a:ext cx="194" cy="57"/>
                  </a:xfrm>
                  <a:custGeom>
                    <a:avLst/>
                    <a:gdLst>
                      <a:gd name="T0" fmla="*/ 0 w 194"/>
                      <a:gd name="T1" fmla="*/ 33 h 57"/>
                      <a:gd name="T2" fmla="*/ 4 w 194"/>
                      <a:gd name="T3" fmla="*/ 56 h 57"/>
                      <a:gd name="T4" fmla="*/ 3 w 194"/>
                      <a:gd name="T5" fmla="*/ 57 h 57"/>
                      <a:gd name="T6" fmla="*/ 172 w 194"/>
                      <a:gd name="T7" fmla="*/ 27 h 57"/>
                      <a:gd name="T8" fmla="*/ 194 w 194"/>
                      <a:gd name="T9" fmla="*/ 23 h 57"/>
                      <a:gd name="T10" fmla="*/ 190 w 194"/>
                      <a:gd name="T11" fmla="*/ 0 h 57"/>
                      <a:gd name="T12" fmla="*/ 172 w 194"/>
                      <a:gd name="T13" fmla="*/ 3 h 57"/>
                      <a:gd name="T14" fmla="*/ 3 w 194"/>
                      <a:gd name="T15" fmla="*/ 33 h 57"/>
                      <a:gd name="T16" fmla="*/ 0 w 194"/>
                      <a:gd name="T17" fmla="*/ 33 h 5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94" h="57">
                        <a:moveTo>
                          <a:pt x="0" y="33"/>
                        </a:moveTo>
                        <a:lnTo>
                          <a:pt x="4" y="56"/>
                        </a:lnTo>
                        <a:lnTo>
                          <a:pt x="3" y="57"/>
                        </a:lnTo>
                        <a:lnTo>
                          <a:pt x="172" y="27"/>
                        </a:lnTo>
                        <a:lnTo>
                          <a:pt x="194" y="23"/>
                        </a:lnTo>
                        <a:lnTo>
                          <a:pt x="190" y="0"/>
                        </a:lnTo>
                        <a:lnTo>
                          <a:pt x="172" y="3"/>
                        </a:lnTo>
                        <a:lnTo>
                          <a:pt x="3" y="33"/>
                        </a:lnTo>
                        <a:lnTo>
                          <a:pt x="0" y="33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9" name="Freeform 61">
                    <a:extLst>
                      <a:ext uri="{FF2B5EF4-FFF2-40B4-BE49-F238E27FC236}">
                        <a16:creationId xmlns:a16="http://schemas.microsoft.com/office/drawing/2014/main" id="{7CE7EC48-84AF-0243-E3F6-B481F67FE6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31" y="1743"/>
                    <a:ext cx="28" cy="27"/>
                  </a:xfrm>
                  <a:custGeom>
                    <a:avLst/>
                    <a:gdLst>
                      <a:gd name="T0" fmla="*/ 0 w 28"/>
                      <a:gd name="T1" fmla="*/ 4 h 27"/>
                      <a:gd name="T2" fmla="*/ 4 w 28"/>
                      <a:gd name="T3" fmla="*/ 27 h 27"/>
                      <a:gd name="T4" fmla="*/ 28 w 28"/>
                      <a:gd name="T5" fmla="*/ 23 h 27"/>
                      <a:gd name="T6" fmla="*/ 24 w 28"/>
                      <a:gd name="T7" fmla="*/ 0 h 27"/>
                      <a:gd name="T8" fmla="*/ 0 w 28"/>
                      <a:gd name="T9" fmla="*/ 4 h 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" h="27">
                        <a:moveTo>
                          <a:pt x="0" y="4"/>
                        </a:moveTo>
                        <a:lnTo>
                          <a:pt x="4" y="27"/>
                        </a:lnTo>
                        <a:lnTo>
                          <a:pt x="28" y="23"/>
                        </a:lnTo>
                        <a:lnTo>
                          <a:pt x="24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0" name="Freeform 62">
                    <a:extLst>
                      <a:ext uri="{FF2B5EF4-FFF2-40B4-BE49-F238E27FC236}">
                        <a16:creationId xmlns:a16="http://schemas.microsoft.com/office/drawing/2014/main" id="{E658706D-DC5D-A619-CD3B-162AF930EB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6" y="1703"/>
                    <a:ext cx="162" cy="50"/>
                  </a:xfrm>
                  <a:custGeom>
                    <a:avLst/>
                    <a:gdLst>
                      <a:gd name="T0" fmla="*/ 0 w 162"/>
                      <a:gd name="T1" fmla="*/ 27 h 50"/>
                      <a:gd name="T2" fmla="*/ 4 w 162"/>
                      <a:gd name="T3" fmla="*/ 50 h 50"/>
                      <a:gd name="T4" fmla="*/ 162 w 162"/>
                      <a:gd name="T5" fmla="*/ 23 h 50"/>
                      <a:gd name="T6" fmla="*/ 158 w 162"/>
                      <a:gd name="T7" fmla="*/ 0 h 50"/>
                      <a:gd name="T8" fmla="*/ 0 w 162"/>
                      <a:gd name="T9" fmla="*/ 27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62" h="50">
                        <a:moveTo>
                          <a:pt x="0" y="27"/>
                        </a:moveTo>
                        <a:lnTo>
                          <a:pt x="4" y="50"/>
                        </a:lnTo>
                        <a:lnTo>
                          <a:pt x="162" y="23"/>
                        </a:lnTo>
                        <a:lnTo>
                          <a:pt x="158" y="0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solidFill>
                    <a:srgbClr val="99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0315" name="Text Box 135">
                <a:extLst>
                  <a:ext uri="{FF2B5EF4-FFF2-40B4-BE49-F238E27FC236}">
                    <a16:creationId xmlns:a16="http://schemas.microsoft.com/office/drawing/2014/main" id="{054354F5-5AF6-A813-558C-E039DB09D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0" y="276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</p:grpSp>
      <p:grpSp>
        <p:nvGrpSpPr>
          <p:cNvPr id="70847" name="Group 191">
            <a:extLst>
              <a:ext uri="{FF2B5EF4-FFF2-40B4-BE49-F238E27FC236}">
                <a16:creationId xmlns:a16="http://schemas.microsoft.com/office/drawing/2014/main" id="{36E4E6FF-77D6-CDCB-C2DF-F112ED952932}"/>
              </a:ext>
            </a:extLst>
          </p:cNvPr>
          <p:cNvGrpSpPr>
            <a:grpSpLocks/>
          </p:cNvGrpSpPr>
          <p:nvPr/>
        </p:nvGrpSpPr>
        <p:grpSpPr bwMode="auto">
          <a:xfrm>
            <a:off x="185738" y="2060575"/>
            <a:ext cx="3810000" cy="1296988"/>
            <a:chOff x="117" y="1298"/>
            <a:chExt cx="2400" cy="817"/>
          </a:xfrm>
        </p:grpSpPr>
        <p:sp>
          <p:nvSpPr>
            <p:cNvPr id="10284" name="AutoShape 137">
              <a:extLst>
                <a:ext uri="{FF2B5EF4-FFF2-40B4-BE49-F238E27FC236}">
                  <a16:creationId xmlns:a16="http://schemas.microsoft.com/office/drawing/2014/main" id="{3FF0DF27-7B74-BE2F-0B3A-24613765A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43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0285" name="Group 190">
              <a:extLst>
                <a:ext uri="{FF2B5EF4-FFF2-40B4-BE49-F238E27FC236}">
                  <a16:creationId xmlns:a16="http://schemas.microsoft.com/office/drawing/2014/main" id="{9125980E-4AED-8B5C-5C15-C443EB084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" y="1298"/>
              <a:ext cx="2400" cy="817"/>
              <a:chOff x="117" y="1298"/>
              <a:chExt cx="2400" cy="817"/>
            </a:xfrm>
          </p:grpSpPr>
          <p:sp>
            <p:nvSpPr>
              <p:cNvPr id="10286" name="Text Box 148">
                <a:extLst>
                  <a:ext uri="{FF2B5EF4-FFF2-40B4-BE49-F238E27FC236}">
                    <a16:creationId xmlns:a16="http://schemas.microsoft.com/office/drawing/2014/main" id="{9F53D005-F018-29D9-9645-0887FA154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" y="176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grpSp>
            <p:nvGrpSpPr>
              <p:cNvPr id="10287" name="Group 185">
                <a:extLst>
                  <a:ext uri="{FF2B5EF4-FFF2-40B4-BE49-F238E27FC236}">
                    <a16:creationId xmlns:a16="http://schemas.microsoft.com/office/drawing/2014/main" id="{8C1E1165-B94A-837E-194F-623ADD4E62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" y="1298"/>
                <a:ext cx="2400" cy="817"/>
                <a:chOff x="117" y="1298"/>
                <a:chExt cx="2400" cy="817"/>
              </a:xfrm>
            </p:grpSpPr>
            <p:sp>
              <p:nvSpPr>
                <p:cNvPr id="10288" name="Text Box 149">
                  <a:extLst>
                    <a:ext uri="{FF2B5EF4-FFF2-40B4-BE49-F238E27FC236}">
                      <a16:creationId xmlns:a16="http://schemas.microsoft.com/office/drawing/2014/main" id="{5CFC3C76-8389-24AB-F3D1-D8F50C0638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3" y="1670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grpSp>
              <p:nvGrpSpPr>
                <p:cNvPr id="10289" name="Group 184">
                  <a:extLst>
                    <a:ext uri="{FF2B5EF4-FFF2-40B4-BE49-F238E27FC236}">
                      <a16:creationId xmlns:a16="http://schemas.microsoft.com/office/drawing/2014/main" id="{D907B4CE-600E-659C-8363-8FA0A17FB1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7" y="1298"/>
                  <a:ext cx="2355" cy="817"/>
                  <a:chOff x="117" y="1298"/>
                  <a:chExt cx="2355" cy="817"/>
                </a:xfrm>
              </p:grpSpPr>
              <p:sp>
                <p:nvSpPr>
                  <p:cNvPr id="10290" name="Text Box 136">
                    <a:extLst>
                      <a:ext uri="{FF2B5EF4-FFF2-40B4-BE49-F238E27FC236}">
                        <a16:creationId xmlns:a16="http://schemas.microsoft.com/office/drawing/2014/main" id="{130E8F2A-DCD2-C681-C11A-8517B1F99E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56" y="1298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i="1">
                        <a:latin typeface="Times New Roman" panose="02020603050405020304" pitchFamily="18" charset="0"/>
                      </a:rPr>
                      <a:t>Q</a:t>
                    </a:r>
                    <a:endParaRPr kumimoji="1" lang="en-US" altLang="zh-CN" sz="2400" b="1" i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91" name="Rectangle 143">
                    <a:extLst>
                      <a:ext uri="{FF2B5EF4-FFF2-40B4-BE49-F238E27FC236}">
                        <a16:creationId xmlns:a16="http://schemas.microsoft.com/office/drawing/2014/main" id="{028A116F-59C4-64D5-ED24-9B4C48757B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4" y="1718"/>
                    <a:ext cx="1968" cy="96"/>
                  </a:xfrm>
                  <a:prstGeom prst="rect">
                    <a:avLst/>
                  </a:prstGeom>
                  <a:solidFill>
                    <a:srgbClr val="FF0066"/>
                  </a:solidFill>
                  <a:ln w="9525">
                    <a:solidFill>
                      <a:srgbClr val="FF0066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kumimoji="1" lang="zh-CN" altLang="zh-CN" sz="2400">
                      <a:solidFill>
                        <a:srgbClr val="CC33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0292" name="Group 144">
                    <a:extLst>
                      <a:ext uri="{FF2B5EF4-FFF2-40B4-BE49-F238E27FC236}">
                        <a16:creationId xmlns:a16="http://schemas.microsoft.com/office/drawing/2014/main" id="{91268967-4B1B-2CFC-892E-8B5985DD3A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7" y="1526"/>
                    <a:ext cx="96" cy="480"/>
                    <a:chOff x="192" y="672"/>
                    <a:chExt cx="96" cy="480"/>
                  </a:xfrm>
                </p:grpSpPr>
                <p:sp>
                  <p:nvSpPr>
                    <p:cNvPr id="10310" name="Rectangle 145">
                      <a:extLst>
                        <a:ext uri="{FF2B5EF4-FFF2-40B4-BE49-F238E27FC236}">
                          <a16:creationId xmlns:a16="http://schemas.microsoft.com/office/drawing/2014/main" id="{56455C98-E0C6-3ED0-A49D-76FA58E873D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672"/>
                      <a:ext cx="96" cy="480"/>
                    </a:xfrm>
                    <a:prstGeom prst="rect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0311" name="Line 146">
                      <a:extLst>
                        <a:ext uri="{FF2B5EF4-FFF2-40B4-BE49-F238E27FC236}">
                          <a16:creationId xmlns:a16="http://schemas.microsoft.com/office/drawing/2014/main" id="{1A590719-A654-8185-8D74-6345590512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" y="672"/>
                      <a:ext cx="0" cy="4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0293" name="Group 86">
                    <a:extLst>
                      <a:ext uri="{FF2B5EF4-FFF2-40B4-BE49-F238E27FC236}">
                        <a16:creationId xmlns:a16="http://schemas.microsoft.com/office/drawing/2014/main" id="{05629CB3-AB6A-4A7A-A61D-194C8CADD6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4" y="1752"/>
                    <a:ext cx="1968" cy="343"/>
                    <a:chOff x="3019" y="3704"/>
                    <a:chExt cx="2328" cy="343"/>
                  </a:xfrm>
                </p:grpSpPr>
                <p:sp>
                  <p:nvSpPr>
                    <p:cNvPr id="10297" name="Freeform 87">
                      <a:extLst>
                        <a:ext uri="{FF2B5EF4-FFF2-40B4-BE49-F238E27FC236}">
                          <a16:creationId xmlns:a16="http://schemas.microsoft.com/office/drawing/2014/main" id="{A218B8D4-5B26-228C-0C2B-DAB0462A9F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19" y="3704"/>
                      <a:ext cx="194" cy="38"/>
                    </a:xfrm>
                    <a:custGeom>
                      <a:avLst/>
                      <a:gdLst>
                        <a:gd name="T0" fmla="*/ 2 w 194"/>
                        <a:gd name="T1" fmla="*/ 0 h 38"/>
                        <a:gd name="T2" fmla="*/ 0 w 194"/>
                        <a:gd name="T3" fmla="*/ 24 h 38"/>
                        <a:gd name="T4" fmla="*/ 192 w 194"/>
                        <a:gd name="T5" fmla="*/ 38 h 38"/>
                        <a:gd name="T6" fmla="*/ 194 w 194"/>
                        <a:gd name="T7" fmla="*/ 14 h 38"/>
                        <a:gd name="T8" fmla="*/ 2 w 194"/>
                        <a:gd name="T9" fmla="*/ 0 h 3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194" h="38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192" y="38"/>
                          </a:lnTo>
                          <a:lnTo>
                            <a:pt x="194" y="14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8" name="Freeform 88">
                      <a:extLst>
                        <a:ext uri="{FF2B5EF4-FFF2-40B4-BE49-F238E27FC236}">
                          <a16:creationId xmlns:a16="http://schemas.microsoft.com/office/drawing/2014/main" id="{022FBE57-2269-D491-0B12-2355D582B4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82" y="3723"/>
                      <a:ext cx="26" cy="26"/>
                    </a:xfrm>
                    <a:custGeom>
                      <a:avLst/>
                      <a:gdLst>
                        <a:gd name="T0" fmla="*/ 2 w 26"/>
                        <a:gd name="T1" fmla="*/ 0 h 26"/>
                        <a:gd name="T2" fmla="*/ 0 w 26"/>
                        <a:gd name="T3" fmla="*/ 24 h 26"/>
                        <a:gd name="T4" fmla="*/ 24 w 26"/>
                        <a:gd name="T5" fmla="*/ 26 h 26"/>
                        <a:gd name="T6" fmla="*/ 26 w 26"/>
                        <a:gd name="T7" fmla="*/ 2 h 26"/>
                        <a:gd name="T8" fmla="*/ 2 w 26"/>
                        <a:gd name="T9" fmla="*/ 0 h 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6" h="26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24" y="26"/>
                          </a:lnTo>
                          <a:lnTo>
                            <a:pt x="26" y="2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99" name="Freeform 89">
                      <a:extLst>
                        <a:ext uri="{FF2B5EF4-FFF2-40B4-BE49-F238E27FC236}">
                          <a16:creationId xmlns:a16="http://schemas.microsoft.com/office/drawing/2014/main" id="{5CBA41B5-9F57-74FC-0BC4-125F7F04B3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78" y="3730"/>
                      <a:ext cx="194" cy="38"/>
                    </a:xfrm>
                    <a:custGeom>
                      <a:avLst/>
                      <a:gdLst>
                        <a:gd name="T0" fmla="*/ 2 w 194"/>
                        <a:gd name="T1" fmla="*/ 0 h 38"/>
                        <a:gd name="T2" fmla="*/ 0 w 194"/>
                        <a:gd name="T3" fmla="*/ 24 h 38"/>
                        <a:gd name="T4" fmla="*/ 60 w 194"/>
                        <a:gd name="T5" fmla="*/ 28 h 38"/>
                        <a:gd name="T6" fmla="*/ 163 w 194"/>
                        <a:gd name="T7" fmla="*/ 36 h 38"/>
                        <a:gd name="T8" fmla="*/ 192 w 194"/>
                        <a:gd name="T9" fmla="*/ 38 h 38"/>
                        <a:gd name="T10" fmla="*/ 194 w 194"/>
                        <a:gd name="T11" fmla="*/ 14 h 38"/>
                        <a:gd name="T12" fmla="*/ 163 w 194"/>
                        <a:gd name="T13" fmla="*/ 12 h 38"/>
                        <a:gd name="T14" fmla="*/ 60 w 194"/>
                        <a:gd name="T15" fmla="*/ 4 h 38"/>
                        <a:gd name="T16" fmla="*/ 2 w 194"/>
                        <a:gd name="T17" fmla="*/ 0 h 38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194" h="38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60" y="28"/>
                          </a:lnTo>
                          <a:lnTo>
                            <a:pt x="163" y="36"/>
                          </a:lnTo>
                          <a:lnTo>
                            <a:pt x="192" y="38"/>
                          </a:lnTo>
                          <a:lnTo>
                            <a:pt x="194" y="14"/>
                          </a:lnTo>
                          <a:lnTo>
                            <a:pt x="163" y="12"/>
                          </a:lnTo>
                          <a:lnTo>
                            <a:pt x="60" y="4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0" name="Freeform 90">
                      <a:extLst>
                        <a:ext uri="{FF2B5EF4-FFF2-40B4-BE49-F238E27FC236}">
                          <a16:creationId xmlns:a16="http://schemas.microsoft.com/office/drawing/2014/main" id="{0C8DF744-C721-50E2-70D5-0C7754FAEF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1" y="3750"/>
                      <a:ext cx="26" cy="26"/>
                    </a:xfrm>
                    <a:custGeom>
                      <a:avLst/>
                      <a:gdLst>
                        <a:gd name="T0" fmla="*/ 2 w 26"/>
                        <a:gd name="T1" fmla="*/ 0 h 26"/>
                        <a:gd name="T2" fmla="*/ 0 w 26"/>
                        <a:gd name="T3" fmla="*/ 24 h 26"/>
                        <a:gd name="T4" fmla="*/ 24 w 26"/>
                        <a:gd name="T5" fmla="*/ 26 h 26"/>
                        <a:gd name="T6" fmla="*/ 26 w 26"/>
                        <a:gd name="T7" fmla="*/ 2 h 26"/>
                        <a:gd name="T8" fmla="*/ 2 w 26"/>
                        <a:gd name="T9" fmla="*/ 0 h 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6" h="26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24" y="26"/>
                          </a:lnTo>
                          <a:lnTo>
                            <a:pt x="26" y="2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1" name="Freeform 91">
                      <a:extLst>
                        <a:ext uri="{FF2B5EF4-FFF2-40B4-BE49-F238E27FC236}">
                          <a16:creationId xmlns:a16="http://schemas.microsoft.com/office/drawing/2014/main" id="{16A712E6-0233-8471-37D7-BD900AC24FE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37" y="3757"/>
                      <a:ext cx="193" cy="40"/>
                    </a:xfrm>
                    <a:custGeom>
                      <a:avLst/>
                      <a:gdLst>
                        <a:gd name="T0" fmla="*/ 2 w 193"/>
                        <a:gd name="T1" fmla="*/ 0 h 40"/>
                        <a:gd name="T2" fmla="*/ 0 w 193"/>
                        <a:gd name="T3" fmla="*/ 24 h 40"/>
                        <a:gd name="T4" fmla="*/ 5 w 193"/>
                        <a:gd name="T5" fmla="*/ 25 h 40"/>
                        <a:gd name="T6" fmla="*/ 103 w 193"/>
                        <a:gd name="T7" fmla="*/ 33 h 40"/>
                        <a:gd name="T8" fmla="*/ 191 w 193"/>
                        <a:gd name="T9" fmla="*/ 40 h 40"/>
                        <a:gd name="T10" fmla="*/ 193 w 193"/>
                        <a:gd name="T11" fmla="*/ 16 h 40"/>
                        <a:gd name="T12" fmla="*/ 103 w 193"/>
                        <a:gd name="T13" fmla="*/ 9 h 40"/>
                        <a:gd name="T14" fmla="*/ 5 w 193"/>
                        <a:gd name="T15" fmla="*/ 1 h 40"/>
                        <a:gd name="T16" fmla="*/ 2 w 193"/>
                        <a:gd name="T17" fmla="*/ 0 h 40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193" h="40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5" y="25"/>
                          </a:lnTo>
                          <a:lnTo>
                            <a:pt x="103" y="33"/>
                          </a:lnTo>
                          <a:lnTo>
                            <a:pt x="191" y="40"/>
                          </a:lnTo>
                          <a:lnTo>
                            <a:pt x="193" y="16"/>
                          </a:lnTo>
                          <a:lnTo>
                            <a:pt x="103" y="9"/>
                          </a:lnTo>
                          <a:lnTo>
                            <a:pt x="5" y="1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2" name="Freeform 92">
                      <a:extLst>
                        <a:ext uri="{FF2B5EF4-FFF2-40B4-BE49-F238E27FC236}">
                          <a16:creationId xmlns:a16="http://schemas.microsoft.com/office/drawing/2014/main" id="{7082E790-56AB-DF57-A6BE-D57E8752ED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00" y="3780"/>
                      <a:ext cx="26" cy="26"/>
                    </a:xfrm>
                    <a:custGeom>
                      <a:avLst/>
                      <a:gdLst>
                        <a:gd name="T0" fmla="*/ 2 w 26"/>
                        <a:gd name="T1" fmla="*/ 0 h 26"/>
                        <a:gd name="T2" fmla="*/ 0 w 26"/>
                        <a:gd name="T3" fmla="*/ 24 h 26"/>
                        <a:gd name="T4" fmla="*/ 24 w 26"/>
                        <a:gd name="T5" fmla="*/ 26 h 26"/>
                        <a:gd name="T6" fmla="*/ 26 w 26"/>
                        <a:gd name="T7" fmla="*/ 2 h 26"/>
                        <a:gd name="T8" fmla="*/ 2 w 26"/>
                        <a:gd name="T9" fmla="*/ 0 h 2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6" h="26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24" y="26"/>
                          </a:lnTo>
                          <a:lnTo>
                            <a:pt x="26" y="2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3" name="Freeform 93">
                      <a:extLst>
                        <a:ext uri="{FF2B5EF4-FFF2-40B4-BE49-F238E27FC236}">
                          <a16:creationId xmlns:a16="http://schemas.microsoft.com/office/drawing/2014/main" id="{D07F6092-F3FE-45CF-9CAF-89458B243A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96" y="3789"/>
                      <a:ext cx="193" cy="43"/>
                    </a:xfrm>
                    <a:custGeom>
                      <a:avLst/>
                      <a:gdLst>
                        <a:gd name="T0" fmla="*/ 2 w 193"/>
                        <a:gd name="T1" fmla="*/ 0 h 43"/>
                        <a:gd name="T2" fmla="*/ 0 w 193"/>
                        <a:gd name="T3" fmla="*/ 24 h 43"/>
                        <a:gd name="T4" fmla="*/ 25 w 193"/>
                        <a:gd name="T5" fmla="*/ 26 h 43"/>
                        <a:gd name="T6" fmla="*/ 114 w 193"/>
                        <a:gd name="T7" fmla="*/ 35 h 43"/>
                        <a:gd name="T8" fmla="*/ 191 w 193"/>
                        <a:gd name="T9" fmla="*/ 43 h 43"/>
                        <a:gd name="T10" fmla="*/ 193 w 193"/>
                        <a:gd name="T11" fmla="*/ 19 h 43"/>
                        <a:gd name="T12" fmla="*/ 114 w 193"/>
                        <a:gd name="T13" fmla="*/ 11 h 43"/>
                        <a:gd name="T14" fmla="*/ 25 w 193"/>
                        <a:gd name="T15" fmla="*/ 2 h 43"/>
                        <a:gd name="T16" fmla="*/ 2 w 193"/>
                        <a:gd name="T17" fmla="*/ 0 h 43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193" h="43">
                          <a:moveTo>
                            <a:pt x="2" y="0"/>
                          </a:moveTo>
                          <a:lnTo>
                            <a:pt x="0" y="24"/>
                          </a:lnTo>
                          <a:lnTo>
                            <a:pt x="25" y="26"/>
                          </a:lnTo>
                          <a:lnTo>
                            <a:pt x="114" y="35"/>
                          </a:lnTo>
                          <a:lnTo>
                            <a:pt x="191" y="43"/>
                          </a:lnTo>
                          <a:lnTo>
                            <a:pt x="193" y="19"/>
                          </a:lnTo>
                          <a:lnTo>
                            <a:pt x="114" y="11"/>
                          </a:lnTo>
                          <a:lnTo>
                            <a:pt x="25" y="2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4" name="Freeform 94">
                      <a:extLst>
                        <a:ext uri="{FF2B5EF4-FFF2-40B4-BE49-F238E27FC236}">
                          <a16:creationId xmlns:a16="http://schemas.microsoft.com/office/drawing/2014/main" id="{60606ED0-0F79-B86C-68AA-46ADE0C809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58" y="3817"/>
                      <a:ext cx="27" cy="26"/>
                    </a:xfrm>
                    <a:custGeom>
                      <a:avLst/>
                      <a:gdLst>
                        <a:gd name="T0" fmla="*/ 3 w 27"/>
                        <a:gd name="T1" fmla="*/ 0 h 26"/>
                        <a:gd name="T2" fmla="*/ 0 w 27"/>
                        <a:gd name="T3" fmla="*/ 23 h 26"/>
                        <a:gd name="T4" fmla="*/ 19 w 27"/>
                        <a:gd name="T5" fmla="*/ 25 h 26"/>
                        <a:gd name="T6" fmla="*/ 24 w 27"/>
                        <a:gd name="T7" fmla="*/ 26 h 26"/>
                        <a:gd name="T8" fmla="*/ 27 w 27"/>
                        <a:gd name="T9" fmla="*/ 3 h 26"/>
                        <a:gd name="T10" fmla="*/ 19 w 27"/>
                        <a:gd name="T11" fmla="*/ 1 h 26"/>
                        <a:gd name="T12" fmla="*/ 3 w 27"/>
                        <a:gd name="T13" fmla="*/ 0 h 2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0" t="0" r="r" b="b"/>
                      <a:pathLst>
                        <a:path w="27" h="26">
                          <a:moveTo>
                            <a:pt x="3" y="0"/>
                          </a:moveTo>
                          <a:lnTo>
                            <a:pt x="0" y="23"/>
                          </a:lnTo>
                          <a:lnTo>
                            <a:pt x="19" y="25"/>
                          </a:lnTo>
                          <a:lnTo>
                            <a:pt x="24" y="26"/>
                          </a:lnTo>
                          <a:lnTo>
                            <a:pt x="27" y="3"/>
                          </a:lnTo>
                          <a:lnTo>
                            <a:pt x="19" y="1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5" name="Freeform 95">
                      <a:extLst>
                        <a:ext uri="{FF2B5EF4-FFF2-40B4-BE49-F238E27FC236}">
                          <a16:creationId xmlns:a16="http://schemas.microsoft.com/office/drawing/2014/main" id="{3EA14DF8-016E-94C2-7228-949113D3A0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53" y="3828"/>
                      <a:ext cx="194" cy="50"/>
                    </a:xfrm>
                    <a:custGeom>
                      <a:avLst/>
                      <a:gdLst>
                        <a:gd name="T0" fmla="*/ 3 w 194"/>
                        <a:gd name="T1" fmla="*/ 0 h 50"/>
                        <a:gd name="T2" fmla="*/ 0 w 194"/>
                        <a:gd name="T3" fmla="*/ 23 h 50"/>
                        <a:gd name="T4" fmla="*/ 3 w 194"/>
                        <a:gd name="T5" fmla="*/ 24 h 50"/>
                        <a:gd name="T6" fmla="*/ 41 w 194"/>
                        <a:gd name="T7" fmla="*/ 29 h 50"/>
                        <a:gd name="T8" fmla="*/ 77 w 194"/>
                        <a:gd name="T9" fmla="*/ 34 h 50"/>
                        <a:gd name="T10" fmla="*/ 114 w 194"/>
                        <a:gd name="T11" fmla="*/ 39 h 50"/>
                        <a:gd name="T12" fmla="*/ 149 w 194"/>
                        <a:gd name="T13" fmla="*/ 44 h 50"/>
                        <a:gd name="T14" fmla="*/ 190 w 194"/>
                        <a:gd name="T15" fmla="*/ 50 h 50"/>
                        <a:gd name="T16" fmla="*/ 194 w 194"/>
                        <a:gd name="T17" fmla="*/ 27 h 50"/>
                        <a:gd name="T18" fmla="*/ 149 w 194"/>
                        <a:gd name="T19" fmla="*/ 20 h 50"/>
                        <a:gd name="T20" fmla="*/ 114 w 194"/>
                        <a:gd name="T21" fmla="*/ 15 h 50"/>
                        <a:gd name="T22" fmla="*/ 80 w 194"/>
                        <a:gd name="T23" fmla="*/ 11 h 50"/>
                        <a:gd name="T24" fmla="*/ 41 w 194"/>
                        <a:gd name="T25" fmla="*/ 5 h 50"/>
                        <a:gd name="T26" fmla="*/ 3 w 194"/>
                        <a:gd name="T27" fmla="*/ 0 h 50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0" t="0" r="r" b="b"/>
                      <a:pathLst>
                        <a:path w="194" h="50">
                          <a:moveTo>
                            <a:pt x="3" y="0"/>
                          </a:moveTo>
                          <a:lnTo>
                            <a:pt x="0" y="23"/>
                          </a:lnTo>
                          <a:lnTo>
                            <a:pt x="3" y="24"/>
                          </a:lnTo>
                          <a:lnTo>
                            <a:pt x="41" y="29"/>
                          </a:lnTo>
                          <a:lnTo>
                            <a:pt x="77" y="34"/>
                          </a:lnTo>
                          <a:lnTo>
                            <a:pt x="114" y="39"/>
                          </a:lnTo>
                          <a:lnTo>
                            <a:pt x="149" y="44"/>
                          </a:lnTo>
                          <a:lnTo>
                            <a:pt x="190" y="50"/>
                          </a:lnTo>
                          <a:lnTo>
                            <a:pt x="194" y="27"/>
                          </a:lnTo>
                          <a:lnTo>
                            <a:pt x="149" y="20"/>
                          </a:lnTo>
                          <a:lnTo>
                            <a:pt x="114" y="15"/>
                          </a:lnTo>
                          <a:lnTo>
                            <a:pt x="80" y="11"/>
                          </a:lnTo>
                          <a:lnTo>
                            <a:pt x="41" y="5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6" name="Freeform 96">
                      <a:extLst>
                        <a:ext uri="{FF2B5EF4-FFF2-40B4-BE49-F238E27FC236}">
                          <a16:creationId xmlns:a16="http://schemas.microsoft.com/office/drawing/2014/main" id="{E4D8C017-037E-0098-6E69-7604E4E955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14" y="3867"/>
                      <a:ext cx="27" cy="27"/>
                    </a:xfrm>
                    <a:custGeom>
                      <a:avLst/>
                      <a:gdLst>
                        <a:gd name="T0" fmla="*/ 4 w 27"/>
                        <a:gd name="T1" fmla="*/ 0 h 27"/>
                        <a:gd name="T2" fmla="*/ 0 w 27"/>
                        <a:gd name="T3" fmla="*/ 23 h 27"/>
                        <a:gd name="T4" fmla="*/ 19 w 27"/>
                        <a:gd name="T5" fmla="*/ 27 h 27"/>
                        <a:gd name="T6" fmla="*/ 23 w 27"/>
                        <a:gd name="T7" fmla="*/ 27 h 27"/>
                        <a:gd name="T8" fmla="*/ 27 w 27"/>
                        <a:gd name="T9" fmla="*/ 4 h 27"/>
                        <a:gd name="T10" fmla="*/ 19 w 27"/>
                        <a:gd name="T11" fmla="*/ 3 h 27"/>
                        <a:gd name="T12" fmla="*/ 4 w 27"/>
                        <a:gd name="T13" fmla="*/ 0 h 2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0" t="0" r="r" b="b"/>
                      <a:pathLst>
                        <a:path w="27" h="27">
                          <a:moveTo>
                            <a:pt x="4" y="0"/>
                          </a:moveTo>
                          <a:lnTo>
                            <a:pt x="0" y="23"/>
                          </a:lnTo>
                          <a:lnTo>
                            <a:pt x="19" y="27"/>
                          </a:lnTo>
                          <a:lnTo>
                            <a:pt x="23" y="27"/>
                          </a:lnTo>
                          <a:lnTo>
                            <a:pt x="27" y="4"/>
                          </a:lnTo>
                          <a:lnTo>
                            <a:pt x="19" y="3"/>
                          </a:lnTo>
                          <a:lnTo>
                            <a:pt x="4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7" name="Freeform 97">
                      <a:extLst>
                        <a:ext uri="{FF2B5EF4-FFF2-40B4-BE49-F238E27FC236}">
                          <a16:creationId xmlns:a16="http://schemas.microsoft.com/office/drawing/2014/main" id="{4C17DB05-327F-4A70-728A-334CDD4BE49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08" y="3885"/>
                      <a:ext cx="193" cy="63"/>
                    </a:xfrm>
                    <a:custGeom>
                      <a:avLst/>
                      <a:gdLst>
                        <a:gd name="T0" fmla="*/ 5 w 193"/>
                        <a:gd name="T1" fmla="*/ 0 h 63"/>
                        <a:gd name="T2" fmla="*/ 0 w 193"/>
                        <a:gd name="T3" fmla="*/ 23 h 63"/>
                        <a:gd name="T4" fmla="*/ 42 w 193"/>
                        <a:gd name="T5" fmla="*/ 31 h 63"/>
                        <a:gd name="T6" fmla="*/ 42 w 193"/>
                        <a:gd name="T7" fmla="*/ 19 h 63"/>
                        <a:gd name="T8" fmla="*/ 38 w 193"/>
                        <a:gd name="T9" fmla="*/ 30 h 63"/>
                        <a:gd name="T10" fmla="*/ 92 w 193"/>
                        <a:gd name="T11" fmla="*/ 42 h 63"/>
                        <a:gd name="T12" fmla="*/ 144 w 193"/>
                        <a:gd name="T13" fmla="*/ 53 h 63"/>
                        <a:gd name="T14" fmla="*/ 187 w 193"/>
                        <a:gd name="T15" fmla="*/ 63 h 63"/>
                        <a:gd name="T16" fmla="*/ 193 w 193"/>
                        <a:gd name="T17" fmla="*/ 40 h 63"/>
                        <a:gd name="T18" fmla="*/ 153 w 193"/>
                        <a:gd name="T19" fmla="*/ 31 h 63"/>
                        <a:gd name="T20" fmla="*/ 101 w 193"/>
                        <a:gd name="T21" fmla="*/ 20 h 63"/>
                        <a:gd name="T22" fmla="*/ 47 w 193"/>
                        <a:gd name="T23" fmla="*/ 8 h 63"/>
                        <a:gd name="T24" fmla="*/ 42 w 193"/>
                        <a:gd name="T25" fmla="*/ 7 h 63"/>
                        <a:gd name="T26" fmla="*/ 5 w 193"/>
                        <a:gd name="T27" fmla="*/ 0 h 63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0" t="0" r="r" b="b"/>
                      <a:pathLst>
                        <a:path w="193" h="63">
                          <a:moveTo>
                            <a:pt x="5" y="0"/>
                          </a:moveTo>
                          <a:lnTo>
                            <a:pt x="0" y="23"/>
                          </a:lnTo>
                          <a:lnTo>
                            <a:pt x="42" y="31"/>
                          </a:lnTo>
                          <a:lnTo>
                            <a:pt x="42" y="19"/>
                          </a:lnTo>
                          <a:lnTo>
                            <a:pt x="38" y="30"/>
                          </a:lnTo>
                          <a:lnTo>
                            <a:pt x="92" y="42"/>
                          </a:lnTo>
                          <a:lnTo>
                            <a:pt x="144" y="53"/>
                          </a:lnTo>
                          <a:lnTo>
                            <a:pt x="187" y="63"/>
                          </a:lnTo>
                          <a:lnTo>
                            <a:pt x="193" y="40"/>
                          </a:lnTo>
                          <a:lnTo>
                            <a:pt x="153" y="31"/>
                          </a:lnTo>
                          <a:lnTo>
                            <a:pt x="101" y="20"/>
                          </a:lnTo>
                          <a:lnTo>
                            <a:pt x="47" y="8"/>
                          </a:lnTo>
                          <a:lnTo>
                            <a:pt x="42" y="7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8" name="Freeform 98">
                      <a:extLst>
                        <a:ext uri="{FF2B5EF4-FFF2-40B4-BE49-F238E27FC236}">
                          <a16:creationId xmlns:a16="http://schemas.microsoft.com/office/drawing/2014/main" id="{71BEF452-8FA5-3188-62E2-9E6E3EB52F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64" y="3943"/>
                      <a:ext cx="30" cy="29"/>
                    </a:xfrm>
                    <a:custGeom>
                      <a:avLst/>
                      <a:gdLst>
                        <a:gd name="T0" fmla="*/ 6 w 30"/>
                        <a:gd name="T1" fmla="*/ 0 h 29"/>
                        <a:gd name="T2" fmla="*/ 0 w 30"/>
                        <a:gd name="T3" fmla="*/ 23 h 29"/>
                        <a:gd name="T4" fmla="*/ 24 w 30"/>
                        <a:gd name="T5" fmla="*/ 29 h 29"/>
                        <a:gd name="T6" fmla="*/ 30 w 30"/>
                        <a:gd name="T7" fmla="*/ 6 h 29"/>
                        <a:gd name="T8" fmla="*/ 6 w 30"/>
                        <a:gd name="T9" fmla="*/ 0 h 29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30" h="29">
                          <a:moveTo>
                            <a:pt x="6" y="0"/>
                          </a:moveTo>
                          <a:lnTo>
                            <a:pt x="0" y="23"/>
                          </a:lnTo>
                          <a:lnTo>
                            <a:pt x="24" y="29"/>
                          </a:lnTo>
                          <a:lnTo>
                            <a:pt x="30" y="6"/>
                          </a:lnTo>
                          <a:lnTo>
                            <a:pt x="6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9" name="Freeform 99">
                      <a:extLst>
                        <a:ext uri="{FF2B5EF4-FFF2-40B4-BE49-F238E27FC236}">
                          <a16:creationId xmlns:a16="http://schemas.microsoft.com/office/drawing/2014/main" id="{FE331E75-C0FC-2138-C092-FB6E5C3AAD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156" y="3968"/>
                      <a:ext cx="191" cy="79"/>
                    </a:xfrm>
                    <a:custGeom>
                      <a:avLst/>
                      <a:gdLst>
                        <a:gd name="T0" fmla="*/ 7 w 191"/>
                        <a:gd name="T1" fmla="*/ 0 h 79"/>
                        <a:gd name="T2" fmla="*/ 0 w 191"/>
                        <a:gd name="T3" fmla="*/ 23 h 79"/>
                        <a:gd name="T4" fmla="*/ 27 w 191"/>
                        <a:gd name="T5" fmla="*/ 31 h 79"/>
                        <a:gd name="T6" fmla="*/ 111 w 191"/>
                        <a:gd name="T7" fmla="*/ 56 h 79"/>
                        <a:gd name="T8" fmla="*/ 184 w 191"/>
                        <a:gd name="T9" fmla="*/ 79 h 79"/>
                        <a:gd name="T10" fmla="*/ 191 w 191"/>
                        <a:gd name="T11" fmla="*/ 56 h 79"/>
                        <a:gd name="T12" fmla="*/ 120 w 191"/>
                        <a:gd name="T13" fmla="*/ 34 h 79"/>
                        <a:gd name="T14" fmla="*/ 36 w 191"/>
                        <a:gd name="T15" fmla="*/ 9 h 79"/>
                        <a:gd name="T16" fmla="*/ 7 w 191"/>
                        <a:gd name="T17" fmla="*/ 0 h 79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191" h="79">
                          <a:moveTo>
                            <a:pt x="7" y="0"/>
                          </a:moveTo>
                          <a:lnTo>
                            <a:pt x="0" y="23"/>
                          </a:lnTo>
                          <a:lnTo>
                            <a:pt x="27" y="31"/>
                          </a:lnTo>
                          <a:lnTo>
                            <a:pt x="111" y="56"/>
                          </a:lnTo>
                          <a:lnTo>
                            <a:pt x="184" y="79"/>
                          </a:lnTo>
                          <a:lnTo>
                            <a:pt x="191" y="56"/>
                          </a:lnTo>
                          <a:lnTo>
                            <a:pt x="120" y="34"/>
                          </a:lnTo>
                          <a:lnTo>
                            <a:pt x="36" y="9"/>
                          </a:lnTo>
                          <a:lnTo>
                            <a:pt x="7" y="0"/>
                          </a:lnTo>
                          <a:close/>
                        </a:path>
                      </a:pathLst>
                    </a:custGeom>
                    <a:solidFill>
                      <a:srgbClr val="99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0294" name="Group 169">
                    <a:extLst>
                      <a:ext uri="{FF2B5EF4-FFF2-40B4-BE49-F238E27FC236}">
                        <a16:creationId xmlns:a16="http://schemas.microsoft.com/office/drawing/2014/main" id="{8201A782-5C4B-23DD-C8AF-213BE16254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00" y="1868"/>
                    <a:ext cx="272" cy="247"/>
                    <a:chOff x="4967" y="3203"/>
                    <a:chExt cx="221" cy="247"/>
                  </a:xfrm>
                </p:grpSpPr>
                <p:sp>
                  <p:nvSpPr>
                    <p:cNvPr id="10295" name="Rectangle 170">
                      <a:extLst>
                        <a:ext uri="{FF2B5EF4-FFF2-40B4-BE49-F238E27FC236}">
                          <a16:creationId xmlns:a16="http://schemas.microsoft.com/office/drawing/2014/main" id="{C7713D67-9B10-E7C2-932A-AA6C8D3939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7" y="3203"/>
                      <a:ext cx="90" cy="2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2400" b="1" i="1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</a:rPr>
                        <a:t>y</a:t>
                      </a:r>
                      <a:endParaRPr lang="en-US" altLang="zh-CN" sz="2400"/>
                    </a:p>
                  </p:txBody>
                </p:sp>
                <p:sp>
                  <p:nvSpPr>
                    <p:cNvPr id="10296" name="Rectangle 171">
                      <a:extLst>
                        <a:ext uri="{FF2B5EF4-FFF2-40B4-BE49-F238E27FC236}">
                          <a16:creationId xmlns:a16="http://schemas.microsoft.com/office/drawing/2014/main" id="{8BCCA1D8-0A90-E4F1-4D3C-82C56254D0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57" y="3335"/>
                      <a:ext cx="131" cy="1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1200" b="1" i="1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</a:rPr>
                        <a:t>BQ</a:t>
                      </a:r>
                      <a:endParaRPr lang="en-US" altLang="zh-CN" sz="1200"/>
                    </a:p>
                  </p:txBody>
                </p:sp>
              </p:grpSp>
            </p:grpSp>
          </p:grpSp>
        </p:grpSp>
      </p:grpSp>
      <p:grpSp>
        <p:nvGrpSpPr>
          <p:cNvPr id="70845" name="Group 189">
            <a:extLst>
              <a:ext uri="{FF2B5EF4-FFF2-40B4-BE49-F238E27FC236}">
                <a16:creationId xmlns:a16="http://schemas.microsoft.com/office/drawing/2014/main" id="{26800A47-1AFF-8F2C-5B2B-6B601C52DC54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013325"/>
            <a:ext cx="4079875" cy="1112838"/>
            <a:chOff x="144" y="3158"/>
            <a:chExt cx="2570" cy="701"/>
          </a:xfrm>
        </p:grpSpPr>
        <p:sp>
          <p:nvSpPr>
            <p:cNvPr id="10258" name="Text Box 82">
              <a:extLst>
                <a:ext uri="{FF2B5EF4-FFF2-40B4-BE49-F238E27FC236}">
                  <a16:creationId xmlns:a16="http://schemas.microsoft.com/office/drawing/2014/main" id="{5B3FBDE2-B4F5-2C6B-3C8C-02FB270A8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45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259" name="Text Box 83">
              <a:extLst>
                <a:ext uri="{FF2B5EF4-FFF2-40B4-BE49-F238E27FC236}">
                  <a16:creationId xmlns:a16="http://schemas.microsoft.com/office/drawing/2014/main" id="{EAB13FE0-CD1C-32F1-887F-FA4F083F0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36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10260" name="Group 188">
              <a:extLst>
                <a:ext uri="{FF2B5EF4-FFF2-40B4-BE49-F238E27FC236}">
                  <a16:creationId xmlns:a16="http://schemas.microsoft.com/office/drawing/2014/main" id="{D23372D4-9521-1C5C-72DC-8B0FB03788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158"/>
              <a:ext cx="2570" cy="701"/>
              <a:chOff x="144" y="3158"/>
              <a:chExt cx="2570" cy="701"/>
            </a:xfrm>
          </p:grpSpPr>
          <p:grpSp>
            <p:nvGrpSpPr>
              <p:cNvPr id="10261" name="Group 79">
                <a:extLst>
                  <a:ext uri="{FF2B5EF4-FFF2-40B4-BE49-F238E27FC236}">
                    <a16:creationId xmlns:a16="http://schemas.microsoft.com/office/drawing/2014/main" id="{705BDF82-D70E-4376-7708-AF110F76E1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3216"/>
                <a:ext cx="96" cy="480"/>
                <a:chOff x="192" y="672"/>
                <a:chExt cx="96" cy="480"/>
              </a:xfrm>
            </p:grpSpPr>
            <p:sp>
              <p:nvSpPr>
                <p:cNvPr id="10282" name="Rectangle 80">
                  <a:extLst>
                    <a:ext uri="{FF2B5EF4-FFF2-40B4-BE49-F238E27FC236}">
                      <a16:creationId xmlns:a16="http://schemas.microsoft.com/office/drawing/2014/main" id="{E9F7BC44-75E8-CA77-8370-EEB73E37E8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283" name="Line 81">
                  <a:extLst>
                    <a:ext uri="{FF2B5EF4-FFF2-40B4-BE49-F238E27FC236}">
                      <a16:creationId xmlns:a16="http://schemas.microsoft.com/office/drawing/2014/main" id="{FD61F3FC-3E07-5128-F2FB-9097E9AC89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62" name="Rectangle 85">
                <a:extLst>
                  <a:ext uri="{FF2B5EF4-FFF2-40B4-BE49-F238E27FC236}">
                    <a16:creationId xmlns:a16="http://schemas.microsoft.com/office/drawing/2014/main" id="{ED187256-0F9A-8B07-5EF2-3852D1299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" y="3425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263" name="Group 103">
                <a:extLst>
                  <a:ext uri="{FF2B5EF4-FFF2-40B4-BE49-F238E27FC236}">
                    <a16:creationId xmlns:a16="http://schemas.microsoft.com/office/drawing/2014/main" id="{67623479-1F44-3D91-8FE2-B6ECEA4D50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0" y="3612"/>
                <a:ext cx="272" cy="247"/>
                <a:chOff x="4967" y="3203"/>
                <a:chExt cx="221" cy="247"/>
              </a:xfrm>
            </p:grpSpPr>
            <p:sp>
              <p:nvSpPr>
                <p:cNvPr id="10280" name="Rectangle 104">
                  <a:extLst>
                    <a:ext uri="{FF2B5EF4-FFF2-40B4-BE49-F238E27FC236}">
                      <a16:creationId xmlns:a16="http://schemas.microsoft.com/office/drawing/2014/main" id="{6A88DF7D-618E-F4B9-D4B3-B8EEC736A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7" y="3203"/>
                  <a:ext cx="90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solidFill>
                        <a:srgbClr val="FF00FF"/>
                      </a:solidFill>
                      <a:latin typeface="Times New Roman" panose="02020603050405020304" pitchFamily="18" charset="0"/>
                    </a:rPr>
                    <a:t>y</a:t>
                  </a:r>
                  <a:endParaRPr lang="en-US" altLang="zh-CN" sz="2400"/>
                </a:p>
              </p:txBody>
            </p:sp>
            <p:sp>
              <p:nvSpPr>
                <p:cNvPr id="10281" name="Rectangle 105">
                  <a:extLst>
                    <a:ext uri="{FF2B5EF4-FFF2-40B4-BE49-F238E27FC236}">
                      <a16:creationId xmlns:a16="http://schemas.microsoft.com/office/drawing/2014/main" id="{B1BA7348-2FB9-6912-F806-41C4A7293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57" y="3335"/>
                  <a:ext cx="131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200" b="1" i="1">
                      <a:solidFill>
                        <a:srgbClr val="FF00FF"/>
                      </a:solidFill>
                      <a:latin typeface="Times New Roman" panose="02020603050405020304" pitchFamily="18" charset="0"/>
                    </a:rPr>
                    <a:t>BM</a:t>
                  </a:r>
                  <a:endParaRPr lang="en-US" altLang="zh-CN" sz="1200"/>
                </a:p>
              </p:txBody>
            </p:sp>
          </p:grpSp>
          <p:sp>
            <p:nvSpPr>
              <p:cNvPr id="10264" name="Arc 153">
                <a:extLst>
                  <a:ext uri="{FF2B5EF4-FFF2-40B4-BE49-F238E27FC236}">
                    <a16:creationId xmlns:a16="http://schemas.microsoft.com/office/drawing/2014/main" id="{9FB4C243-76BE-431E-37AA-07B8A212A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" y="3158"/>
                <a:ext cx="192" cy="485"/>
              </a:xfrm>
              <a:custGeom>
                <a:avLst/>
                <a:gdLst>
                  <a:gd name="T0" fmla="*/ 0 w 21600"/>
                  <a:gd name="T1" fmla="*/ 0 h 36381"/>
                  <a:gd name="T2" fmla="*/ 1 w 21600"/>
                  <a:gd name="T3" fmla="*/ 6 h 36381"/>
                  <a:gd name="T4" fmla="*/ 0 w 21600"/>
                  <a:gd name="T5" fmla="*/ 4 h 363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381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7091"/>
                      <a:pt x="19508" y="32376"/>
                      <a:pt x="15750" y="36381"/>
                    </a:cubicBezTo>
                  </a:path>
                  <a:path w="21600" h="36381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7091"/>
                      <a:pt x="19508" y="32376"/>
                      <a:pt x="15750" y="36381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265" name="Group 155">
                <a:extLst>
                  <a:ext uri="{FF2B5EF4-FFF2-40B4-BE49-F238E27FC236}">
                    <a16:creationId xmlns:a16="http://schemas.microsoft.com/office/drawing/2014/main" id="{EDE0BBC8-B35C-2A6D-B804-72B04584F7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" y="3450"/>
                <a:ext cx="1968" cy="343"/>
                <a:chOff x="3019" y="3704"/>
                <a:chExt cx="2328" cy="343"/>
              </a:xfrm>
            </p:grpSpPr>
            <p:sp>
              <p:nvSpPr>
                <p:cNvPr id="10267" name="Freeform 156">
                  <a:extLst>
                    <a:ext uri="{FF2B5EF4-FFF2-40B4-BE49-F238E27FC236}">
                      <a16:creationId xmlns:a16="http://schemas.microsoft.com/office/drawing/2014/main" id="{AD22A899-267C-F77E-6D09-2906DE5D2A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9" y="3704"/>
                  <a:ext cx="194" cy="38"/>
                </a:xfrm>
                <a:custGeom>
                  <a:avLst/>
                  <a:gdLst>
                    <a:gd name="T0" fmla="*/ 2 w 194"/>
                    <a:gd name="T1" fmla="*/ 0 h 38"/>
                    <a:gd name="T2" fmla="*/ 0 w 194"/>
                    <a:gd name="T3" fmla="*/ 24 h 38"/>
                    <a:gd name="T4" fmla="*/ 192 w 194"/>
                    <a:gd name="T5" fmla="*/ 38 h 38"/>
                    <a:gd name="T6" fmla="*/ 194 w 194"/>
                    <a:gd name="T7" fmla="*/ 14 h 38"/>
                    <a:gd name="T8" fmla="*/ 2 w 194"/>
                    <a:gd name="T9" fmla="*/ 0 h 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38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192" y="38"/>
                      </a:lnTo>
                      <a:lnTo>
                        <a:pt x="194" y="14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68" name="Freeform 157">
                  <a:extLst>
                    <a:ext uri="{FF2B5EF4-FFF2-40B4-BE49-F238E27FC236}">
                      <a16:creationId xmlns:a16="http://schemas.microsoft.com/office/drawing/2014/main" id="{25782BD2-CBF7-8F1F-F32A-FEAA09AE9F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2" y="3723"/>
                  <a:ext cx="26" cy="26"/>
                </a:xfrm>
                <a:custGeom>
                  <a:avLst/>
                  <a:gdLst>
                    <a:gd name="T0" fmla="*/ 2 w 26"/>
                    <a:gd name="T1" fmla="*/ 0 h 26"/>
                    <a:gd name="T2" fmla="*/ 0 w 26"/>
                    <a:gd name="T3" fmla="*/ 24 h 26"/>
                    <a:gd name="T4" fmla="*/ 24 w 26"/>
                    <a:gd name="T5" fmla="*/ 26 h 26"/>
                    <a:gd name="T6" fmla="*/ 26 w 26"/>
                    <a:gd name="T7" fmla="*/ 2 h 26"/>
                    <a:gd name="T8" fmla="*/ 2 w 26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" h="26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24" y="26"/>
                      </a:lnTo>
                      <a:lnTo>
                        <a:pt x="26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69" name="Freeform 158">
                  <a:extLst>
                    <a:ext uri="{FF2B5EF4-FFF2-40B4-BE49-F238E27FC236}">
                      <a16:creationId xmlns:a16="http://schemas.microsoft.com/office/drawing/2014/main" id="{C9B0ACE9-BD87-D78A-2ED7-DED2573CF3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8" y="3730"/>
                  <a:ext cx="194" cy="38"/>
                </a:xfrm>
                <a:custGeom>
                  <a:avLst/>
                  <a:gdLst>
                    <a:gd name="T0" fmla="*/ 2 w 194"/>
                    <a:gd name="T1" fmla="*/ 0 h 38"/>
                    <a:gd name="T2" fmla="*/ 0 w 194"/>
                    <a:gd name="T3" fmla="*/ 24 h 38"/>
                    <a:gd name="T4" fmla="*/ 60 w 194"/>
                    <a:gd name="T5" fmla="*/ 28 h 38"/>
                    <a:gd name="T6" fmla="*/ 163 w 194"/>
                    <a:gd name="T7" fmla="*/ 36 h 38"/>
                    <a:gd name="T8" fmla="*/ 192 w 194"/>
                    <a:gd name="T9" fmla="*/ 38 h 38"/>
                    <a:gd name="T10" fmla="*/ 194 w 194"/>
                    <a:gd name="T11" fmla="*/ 14 h 38"/>
                    <a:gd name="T12" fmla="*/ 163 w 194"/>
                    <a:gd name="T13" fmla="*/ 12 h 38"/>
                    <a:gd name="T14" fmla="*/ 60 w 194"/>
                    <a:gd name="T15" fmla="*/ 4 h 38"/>
                    <a:gd name="T16" fmla="*/ 2 w 194"/>
                    <a:gd name="T17" fmla="*/ 0 h 3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4" h="38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60" y="28"/>
                      </a:lnTo>
                      <a:lnTo>
                        <a:pt x="163" y="36"/>
                      </a:lnTo>
                      <a:lnTo>
                        <a:pt x="192" y="38"/>
                      </a:lnTo>
                      <a:lnTo>
                        <a:pt x="194" y="14"/>
                      </a:lnTo>
                      <a:lnTo>
                        <a:pt x="163" y="12"/>
                      </a:lnTo>
                      <a:lnTo>
                        <a:pt x="60" y="4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0" name="Freeform 159">
                  <a:extLst>
                    <a:ext uri="{FF2B5EF4-FFF2-40B4-BE49-F238E27FC236}">
                      <a16:creationId xmlns:a16="http://schemas.microsoft.com/office/drawing/2014/main" id="{79BEEB30-146E-E8D0-BF86-D44A062FD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1" y="3750"/>
                  <a:ext cx="26" cy="26"/>
                </a:xfrm>
                <a:custGeom>
                  <a:avLst/>
                  <a:gdLst>
                    <a:gd name="T0" fmla="*/ 2 w 26"/>
                    <a:gd name="T1" fmla="*/ 0 h 26"/>
                    <a:gd name="T2" fmla="*/ 0 w 26"/>
                    <a:gd name="T3" fmla="*/ 24 h 26"/>
                    <a:gd name="T4" fmla="*/ 24 w 26"/>
                    <a:gd name="T5" fmla="*/ 26 h 26"/>
                    <a:gd name="T6" fmla="*/ 26 w 26"/>
                    <a:gd name="T7" fmla="*/ 2 h 26"/>
                    <a:gd name="T8" fmla="*/ 2 w 26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" h="26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24" y="26"/>
                      </a:lnTo>
                      <a:lnTo>
                        <a:pt x="26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1" name="Freeform 160">
                  <a:extLst>
                    <a:ext uri="{FF2B5EF4-FFF2-40B4-BE49-F238E27FC236}">
                      <a16:creationId xmlns:a16="http://schemas.microsoft.com/office/drawing/2014/main" id="{B89F434A-C8E8-7C82-CD9E-A19C5533E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7" y="3757"/>
                  <a:ext cx="193" cy="40"/>
                </a:xfrm>
                <a:custGeom>
                  <a:avLst/>
                  <a:gdLst>
                    <a:gd name="T0" fmla="*/ 2 w 193"/>
                    <a:gd name="T1" fmla="*/ 0 h 40"/>
                    <a:gd name="T2" fmla="*/ 0 w 193"/>
                    <a:gd name="T3" fmla="*/ 24 h 40"/>
                    <a:gd name="T4" fmla="*/ 5 w 193"/>
                    <a:gd name="T5" fmla="*/ 25 h 40"/>
                    <a:gd name="T6" fmla="*/ 103 w 193"/>
                    <a:gd name="T7" fmla="*/ 33 h 40"/>
                    <a:gd name="T8" fmla="*/ 191 w 193"/>
                    <a:gd name="T9" fmla="*/ 40 h 40"/>
                    <a:gd name="T10" fmla="*/ 193 w 193"/>
                    <a:gd name="T11" fmla="*/ 16 h 40"/>
                    <a:gd name="T12" fmla="*/ 103 w 193"/>
                    <a:gd name="T13" fmla="*/ 9 h 40"/>
                    <a:gd name="T14" fmla="*/ 5 w 193"/>
                    <a:gd name="T15" fmla="*/ 1 h 40"/>
                    <a:gd name="T16" fmla="*/ 2 w 193"/>
                    <a:gd name="T17" fmla="*/ 0 h 4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3" h="40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5" y="25"/>
                      </a:lnTo>
                      <a:lnTo>
                        <a:pt x="103" y="33"/>
                      </a:lnTo>
                      <a:lnTo>
                        <a:pt x="191" y="40"/>
                      </a:lnTo>
                      <a:lnTo>
                        <a:pt x="193" y="16"/>
                      </a:lnTo>
                      <a:lnTo>
                        <a:pt x="103" y="9"/>
                      </a:lnTo>
                      <a:lnTo>
                        <a:pt x="5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2" name="Freeform 161">
                  <a:extLst>
                    <a:ext uri="{FF2B5EF4-FFF2-40B4-BE49-F238E27FC236}">
                      <a16:creationId xmlns:a16="http://schemas.microsoft.com/office/drawing/2014/main" id="{4510E008-059C-36F1-7B0F-58A4AE0156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00" y="3780"/>
                  <a:ext cx="26" cy="26"/>
                </a:xfrm>
                <a:custGeom>
                  <a:avLst/>
                  <a:gdLst>
                    <a:gd name="T0" fmla="*/ 2 w 26"/>
                    <a:gd name="T1" fmla="*/ 0 h 26"/>
                    <a:gd name="T2" fmla="*/ 0 w 26"/>
                    <a:gd name="T3" fmla="*/ 24 h 26"/>
                    <a:gd name="T4" fmla="*/ 24 w 26"/>
                    <a:gd name="T5" fmla="*/ 26 h 26"/>
                    <a:gd name="T6" fmla="*/ 26 w 26"/>
                    <a:gd name="T7" fmla="*/ 2 h 26"/>
                    <a:gd name="T8" fmla="*/ 2 w 26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" h="26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24" y="26"/>
                      </a:lnTo>
                      <a:lnTo>
                        <a:pt x="26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3" name="Freeform 162">
                  <a:extLst>
                    <a:ext uri="{FF2B5EF4-FFF2-40B4-BE49-F238E27FC236}">
                      <a16:creationId xmlns:a16="http://schemas.microsoft.com/office/drawing/2014/main" id="{BAFBF2A3-33D6-3544-CBB0-2073AB6C45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96" y="3789"/>
                  <a:ext cx="193" cy="43"/>
                </a:xfrm>
                <a:custGeom>
                  <a:avLst/>
                  <a:gdLst>
                    <a:gd name="T0" fmla="*/ 2 w 193"/>
                    <a:gd name="T1" fmla="*/ 0 h 43"/>
                    <a:gd name="T2" fmla="*/ 0 w 193"/>
                    <a:gd name="T3" fmla="*/ 24 h 43"/>
                    <a:gd name="T4" fmla="*/ 25 w 193"/>
                    <a:gd name="T5" fmla="*/ 26 h 43"/>
                    <a:gd name="T6" fmla="*/ 114 w 193"/>
                    <a:gd name="T7" fmla="*/ 35 h 43"/>
                    <a:gd name="T8" fmla="*/ 191 w 193"/>
                    <a:gd name="T9" fmla="*/ 43 h 43"/>
                    <a:gd name="T10" fmla="*/ 193 w 193"/>
                    <a:gd name="T11" fmla="*/ 19 h 43"/>
                    <a:gd name="T12" fmla="*/ 114 w 193"/>
                    <a:gd name="T13" fmla="*/ 11 h 43"/>
                    <a:gd name="T14" fmla="*/ 25 w 193"/>
                    <a:gd name="T15" fmla="*/ 2 h 43"/>
                    <a:gd name="T16" fmla="*/ 2 w 193"/>
                    <a:gd name="T17" fmla="*/ 0 h 4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3" h="43">
                      <a:moveTo>
                        <a:pt x="2" y="0"/>
                      </a:moveTo>
                      <a:lnTo>
                        <a:pt x="0" y="24"/>
                      </a:lnTo>
                      <a:lnTo>
                        <a:pt x="25" y="26"/>
                      </a:lnTo>
                      <a:lnTo>
                        <a:pt x="114" y="35"/>
                      </a:lnTo>
                      <a:lnTo>
                        <a:pt x="191" y="43"/>
                      </a:lnTo>
                      <a:lnTo>
                        <a:pt x="193" y="19"/>
                      </a:lnTo>
                      <a:lnTo>
                        <a:pt x="114" y="11"/>
                      </a:lnTo>
                      <a:lnTo>
                        <a:pt x="25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4" name="Freeform 163">
                  <a:extLst>
                    <a:ext uri="{FF2B5EF4-FFF2-40B4-BE49-F238E27FC236}">
                      <a16:creationId xmlns:a16="http://schemas.microsoft.com/office/drawing/2014/main" id="{1CA2DAB5-F289-9D60-3657-2D39197A5C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58" y="3817"/>
                  <a:ext cx="27" cy="26"/>
                </a:xfrm>
                <a:custGeom>
                  <a:avLst/>
                  <a:gdLst>
                    <a:gd name="T0" fmla="*/ 3 w 27"/>
                    <a:gd name="T1" fmla="*/ 0 h 26"/>
                    <a:gd name="T2" fmla="*/ 0 w 27"/>
                    <a:gd name="T3" fmla="*/ 23 h 26"/>
                    <a:gd name="T4" fmla="*/ 19 w 27"/>
                    <a:gd name="T5" fmla="*/ 25 h 26"/>
                    <a:gd name="T6" fmla="*/ 24 w 27"/>
                    <a:gd name="T7" fmla="*/ 26 h 26"/>
                    <a:gd name="T8" fmla="*/ 27 w 27"/>
                    <a:gd name="T9" fmla="*/ 3 h 26"/>
                    <a:gd name="T10" fmla="*/ 19 w 27"/>
                    <a:gd name="T11" fmla="*/ 1 h 26"/>
                    <a:gd name="T12" fmla="*/ 3 w 27"/>
                    <a:gd name="T13" fmla="*/ 0 h 2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7" h="26">
                      <a:moveTo>
                        <a:pt x="3" y="0"/>
                      </a:moveTo>
                      <a:lnTo>
                        <a:pt x="0" y="23"/>
                      </a:lnTo>
                      <a:lnTo>
                        <a:pt x="19" y="25"/>
                      </a:lnTo>
                      <a:lnTo>
                        <a:pt x="24" y="26"/>
                      </a:lnTo>
                      <a:lnTo>
                        <a:pt x="27" y="3"/>
                      </a:lnTo>
                      <a:lnTo>
                        <a:pt x="19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5" name="Freeform 164">
                  <a:extLst>
                    <a:ext uri="{FF2B5EF4-FFF2-40B4-BE49-F238E27FC236}">
                      <a16:creationId xmlns:a16="http://schemas.microsoft.com/office/drawing/2014/main" id="{FB897072-1B64-7846-8F5C-983526AEFB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3828"/>
                  <a:ext cx="194" cy="50"/>
                </a:xfrm>
                <a:custGeom>
                  <a:avLst/>
                  <a:gdLst>
                    <a:gd name="T0" fmla="*/ 3 w 194"/>
                    <a:gd name="T1" fmla="*/ 0 h 50"/>
                    <a:gd name="T2" fmla="*/ 0 w 194"/>
                    <a:gd name="T3" fmla="*/ 23 h 50"/>
                    <a:gd name="T4" fmla="*/ 3 w 194"/>
                    <a:gd name="T5" fmla="*/ 24 h 50"/>
                    <a:gd name="T6" fmla="*/ 41 w 194"/>
                    <a:gd name="T7" fmla="*/ 29 h 50"/>
                    <a:gd name="T8" fmla="*/ 77 w 194"/>
                    <a:gd name="T9" fmla="*/ 34 h 50"/>
                    <a:gd name="T10" fmla="*/ 114 w 194"/>
                    <a:gd name="T11" fmla="*/ 39 h 50"/>
                    <a:gd name="T12" fmla="*/ 149 w 194"/>
                    <a:gd name="T13" fmla="*/ 44 h 50"/>
                    <a:gd name="T14" fmla="*/ 190 w 194"/>
                    <a:gd name="T15" fmla="*/ 50 h 50"/>
                    <a:gd name="T16" fmla="*/ 194 w 194"/>
                    <a:gd name="T17" fmla="*/ 27 h 50"/>
                    <a:gd name="T18" fmla="*/ 149 w 194"/>
                    <a:gd name="T19" fmla="*/ 20 h 50"/>
                    <a:gd name="T20" fmla="*/ 114 w 194"/>
                    <a:gd name="T21" fmla="*/ 15 h 50"/>
                    <a:gd name="T22" fmla="*/ 80 w 194"/>
                    <a:gd name="T23" fmla="*/ 11 h 50"/>
                    <a:gd name="T24" fmla="*/ 41 w 194"/>
                    <a:gd name="T25" fmla="*/ 5 h 50"/>
                    <a:gd name="T26" fmla="*/ 3 w 194"/>
                    <a:gd name="T27" fmla="*/ 0 h 5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94" h="50">
                      <a:moveTo>
                        <a:pt x="3" y="0"/>
                      </a:moveTo>
                      <a:lnTo>
                        <a:pt x="0" y="23"/>
                      </a:lnTo>
                      <a:lnTo>
                        <a:pt x="3" y="24"/>
                      </a:lnTo>
                      <a:lnTo>
                        <a:pt x="41" y="29"/>
                      </a:lnTo>
                      <a:lnTo>
                        <a:pt x="77" y="34"/>
                      </a:lnTo>
                      <a:lnTo>
                        <a:pt x="114" y="39"/>
                      </a:lnTo>
                      <a:lnTo>
                        <a:pt x="149" y="44"/>
                      </a:lnTo>
                      <a:lnTo>
                        <a:pt x="190" y="50"/>
                      </a:lnTo>
                      <a:lnTo>
                        <a:pt x="194" y="27"/>
                      </a:lnTo>
                      <a:lnTo>
                        <a:pt x="149" y="20"/>
                      </a:lnTo>
                      <a:lnTo>
                        <a:pt x="114" y="15"/>
                      </a:lnTo>
                      <a:lnTo>
                        <a:pt x="80" y="11"/>
                      </a:lnTo>
                      <a:lnTo>
                        <a:pt x="41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6" name="Freeform 165">
                  <a:extLst>
                    <a:ext uri="{FF2B5EF4-FFF2-40B4-BE49-F238E27FC236}">
                      <a16:creationId xmlns:a16="http://schemas.microsoft.com/office/drawing/2014/main" id="{E8672396-0D85-24D5-3540-9DC9D67F7A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3867"/>
                  <a:ext cx="27" cy="27"/>
                </a:xfrm>
                <a:custGeom>
                  <a:avLst/>
                  <a:gdLst>
                    <a:gd name="T0" fmla="*/ 4 w 27"/>
                    <a:gd name="T1" fmla="*/ 0 h 27"/>
                    <a:gd name="T2" fmla="*/ 0 w 27"/>
                    <a:gd name="T3" fmla="*/ 23 h 27"/>
                    <a:gd name="T4" fmla="*/ 19 w 27"/>
                    <a:gd name="T5" fmla="*/ 27 h 27"/>
                    <a:gd name="T6" fmla="*/ 23 w 27"/>
                    <a:gd name="T7" fmla="*/ 27 h 27"/>
                    <a:gd name="T8" fmla="*/ 27 w 27"/>
                    <a:gd name="T9" fmla="*/ 4 h 27"/>
                    <a:gd name="T10" fmla="*/ 19 w 27"/>
                    <a:gd name="T11" fmla="*/ 3 h 27"/>
                    <a:gd name="T12" fmla="*/ 4 w 27"/>
                    <a:gd name="T13" fmla="*/ 0 h 2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7" h="27">
                      <a:moveTo>
                        <a:pt x="4" y="0"/>
                      </a:moveTo>
                      <a:lnTo>
                        <a:pt x="0" y="23"/>
                      </a:lnTo>
                      <a:lnTo>
                        <a:pt x="19" y="27"/>
                      </a:lnTo>
                      <a:lnTo>
                        <a:pt x="23" y="27"/>
                      </a:lnTo>
                      <a:lnTo>
                        <a:pt x="27" y="4"/>
                      </a:lnTo>
                      <a:lnTo>
                        <a:pt x="19" y="3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7" name="Freeform 166">
                  <a:extLst>
                    <a:ext uri="{FF2B5EF4-FFF2-40B4-BE49-F238E27FC236}">
                      <a16:creationId xmlns:a16="http://schemas.microsoft.com/office/drawing/2014/main" id="{A0AC40CC-B1F1-55D3-EA4E-AE205FB11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8" y="3885"/>
                  <a:ext cx="193" cy="63"/>
                </a:xfrm>
                <a:custGeom>
                  <a:avLst/>
                  <a:gdLst>
                    <a:gd name="T0" fmla="*/ 5 w 193"/>
                    <a:gd name="T1" fmla="*/ 0 h 63"/>
                    <a:gd name="T2" fmla="*/ 0 w 193"/>
                    <a:gd name="T3" fmla="*/ 23 h 63"/>
                    <a:gd name="T4" fmla="*/ 42 w 193"/>
                    <a:gd name="T5" fmla="*/ 31 h 63"/>
                    <a:gd name="T6" fmla="*/ 42 w 193"/>
                    <a:gd name="T7" fmla="*/ 19 h 63"/>
                    <a:gd name="T8" fmla="*/ 38 w 193"/>
                    <a:gd name="T9" fmla="*/ 30 h 63"/>
                    <a:gd name="T10" fmla="*/ 92 w 193"/>
                    <a:gd name="T11" fmla="*/ 42 h 63"/>
                    <a:gd name="T12" fmla="*/ 144 w 193"/>
                    <a:gd name="T13" fmla="*/ 53 h 63"/>
                    <a:gd name="T14" fmla="*/ 187 w 193"/>
                    <a:gd name="T15" fmla="*/ 63 h 63"/>
                    <a:gd name="T16" fmla="*/ 193 w 193"/>
                    <a:gd name="T17" fmla="*/ 40 h 63"/>
                    <a:gd name="T18" fmla="*/ 153 w 193"/>
                    <a:gd name="T19" fmla="*/ 31 h 63"/>
                    <a:gd name="T20" fmla="*/ 101 w 193"/>
                    <a:gd name="T21" fmla="*/ 20 h 63"/>
                    <a:gd name="T22" fmla="*/ 47 w 193"/>
                    <a:gd name="T23" fmla="*/ 8 h 63"/>
                    <a:gd name="T24" fmla="*/ 42 w 193"/>
                    <a:gd name="T25" fmla="*/ 7 h 63"/>
                    <a:gd name="T26" fmla="*/ 5 w 193"/>
                    <a:gd name="T27" fmla="*/ 0 h 63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93" h="63">
                      <a:moveTo>
                        <a:pt x="5" y="0"/>
                      </a:moveTo>
                      <a:lnTo>
                        <a:pt x="0" y="23"/>
                      </a:lnTo>
                      <a:lnTo>
                        <a:pt x="42" y="31"/>
                      </a:lnTo>
                      <a:lnTo>
                        <a:pt x="42" y="19"/>
                      </a:lnTo>
                      <a:lnTo>
                        <a:pt x="38" y="30"/>
                      </a:lnTo>
                      <a:lnTo>
                        <a:pt x="92" y="42"/>
                      </a:lnTo>
                      <a:lnTo>
                        <a:pt x="144" y="53"/>
                      </a:lnTo>
                      <a:lnTo>
                        <a:pt x="187" y="63"/>
                      </a:lnTo>
                      <a:lnTo>
                        <a:pt x="193" y="40"/>
                      </a:lnTo>
                      <a:lnTo>
                        <a:pt x="153" y="31"/>
                      </a:lnTo>
                      <a:lnTo>
                        <a:pt x="101" y="20"/>
                      </a:lnTo>
                      <a:lnTo>
                        <a:pt x="47" y="8"/>
                      </a:lnTo>
                      <a:lnTo>
                        <a:pt x="42" y="7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8" name="Freeform 167">
                  <a:extLst>
                    <a:ext uri="{FF2B5EF4-FFF2-40B4-BE49-F238E27FC236}">
                      <a16:creationId xmlns:a16="http://schemas.microsoft.com/office/drawing/2014/main" id="{C82E3C40-9C5C-1895-98EC-1B8FA159D9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4" y="3943"/>
                  <a:ext cx="30" cy="29"/>
                </a:xfrm>
                <a:custGeom>
                  <a:avLst/>
                  <a:gdLst>
                    <a:gd name="T0" fmla="*/ 6 w 30"/>
                    <a:gd name="T1" fmla="*/ 0 h 29"/>
                    <a:gd name="T2" fmla="*/ 0 w 30"/>
                    <a:gd name="T3" fmla="*/ 23 h 29"/>
                    <a:gd name="T4" fmla="*/ 24 w 30"/>
                    <a:gd name="T5" fmla="*/ 29 h 29"/>
                    <a:gd name="T6" fmla="*/ 30 w 30"/>
                    <a:gd name="T7" fmla="*/ 6 h 29"/>
                    <a:gd name="T8" fmla="*/ 6 w 30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" h="29">
                      <a:moveTo>
                        <a:pt x="6" y="0"/>
                      </a:moveTo>
                      <a:lnTo>
                        <a:pt x="0" y="23"/>
                      </a:lnTo>
                      <a:lnTo>
                        <a:pt x="24" y="29"/>
                      </a:lnTo>
                      <a:lnTo>
                        <a:pt x="30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9" name="Freeform 168">
                  <a:extLst>
                    <a:ext uri="{FF2B5EF4-FFF2-40B4-BE49-F238E27FC236}">
                      <a16:creationId xmlns:a16="http://schemas.microsoft.com/office/drawing/2014/main" id="{6026C250-7F6A-2BE1-174B-9D97F35B4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56" y="3968"/>
                  <a:ext cx="191" cy="79"/>
                </a:xfrm>
                <a:custGeom>
                  <a:avLst/>
                  <a:gdLst>
                    <a:gd name="T0" fmla="*/ 7 w 191"/>
                    <a:gd name="T1" fmla="*/ 0 h 79"/>
                    <a:gd name="T2" fmla="*/ 0 w 191"/>
                    <a:gd name="T3" fmla="*/ 23 h 79"/>
                    <a:gd name="T4" fmla="*/ 27 w 191"/>
                    <a:gd name="T5" fmla="*/ 31 h 79"/>
                    <a:gd name="T6" fmla="*/ 111 w 191"/>
                    <a:gd name="T7" fmla="*/ 56 h 79"/>
                    <a:gd name="T8" fmla="*/ 184 w 191"/>
                    <a:gd name="T9" fmla="*/ 79 h 79"/>
                    <a:gd name="T10" fmla="*/ 191 w 191"/>
                    <a:gd name="T11" fmla="*/ 56 h 79"/>
                    <a:gd name="T12" fmla="*/ 120 w 191"/>
                    <a:gd name="T13" fmla="*/ 34 h 79"/>
                    <a:gd name="T14" fmla="*/ 36 w 191"/>
                    <a:gd name="T15" fmla="*/ 9 h 79"/>
                    <a:gd name="T16" fmla="*/ 7 w 191"/>
                    <a:gd name="T17" fmla="*/ 0 h 7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1" h="79">
                      <a:moveTo>
                        <a:pt x="7" y="0"/>
                      </a:moveTo>
                      <a:lnTo>
                        <a:pt x="0" y="23"/>
                      </a:lnTo>
                      <a:lnTo>
                        <a:pt x="27" y="31"/>
                      </a:lnTo>
                      <a:lnTo>
                        <a:pt x="111" y="56"/>
                      </a:lnTo>
                      <a:lnTo>
                        <a:pt x="184" y="79"/>
                      </a:lnTo>
                      <a:lnTo>
                        <a:pt x="191" y="56"/>
                      </a:lnTo>
                      <a:lnTo>
                        <a:pt x="120" y="34"/>
                      </a:lnTo>
                      <a:lnTo>
                        <a:pt x="36" y="9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99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266" name="Text Box 177">
                <a:extLst>
                  <a:ext uri="{FF2B5EF4-FFF2-40B4-BE49-F238E27FC236}">
                    <a16:creationId xmlns:a16="http://schemas.microsoft.com/office/drawing/2014/main" id="{75352800-EB0A-153B-4B0B-3FC6CC1578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3385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</p:grpSp>
      <p:graphicFrame>
        <p:nvGraphicFramePr>
          <p:cNvPr id="70834" name="Object 178">
            <a:extLst>
              <a:ext uri="{FF2B5EF4-FFF2-40B4-BE49-F238E27FC236}">
                <a16:creationId xmlns:a16="http://schemas.microsoft.com/office/drawing/2014/main" id="{378C8CF6-949C-A90B-668C-8C386A6D7CDC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935538" y="1312863"/>
          <a:ext cx="3675062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09736" imgH="819156" progId="Equation.DSMT4">
                  <p:embed/>
                </p:oleObj>
              </mc:Choice>
              <mc:Fallback>
                <p:oleObj name="Equation" r:id="rId9" imgW="1809736" imgH="819156" progId="Equation.DSMT4">
                  <p:embed/>
                  <p:pic>
                    <p:nvPicPr>
                      <p:cNvPr id="0" name="Object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1312863"/>
                        <a:ext cx="3675062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836" name="Text Box 180">
            <a:extLst>
              <a:ext uri="{FF2B5EF4-FFF2-40B4-BE49-F238E27FC236}">
                <a16:creationId xmlns:a16="http://schemas.microsoft.com/office/drawing/2014/main" id="{58FC387A-152F-2D6C-8FAB-3701838CF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6237288"/>
            <a:ext cx="2160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可解出</a:t>
            </a:r>
            <a:r>
              <a:rPr kumimoji="1" lang="en-US" altLang="zh-CN" sz="2400" b="1" i="1">
                <a:solidFill>
                  <a:srgbClr val="CC33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>
                <a:solidFill>
                  <a:srgbClr val="CC3300"/>
                </a:solidFill>
              </a:rPr>
              <a:t> </a:t>
            </a:r>
            <a:r>
              <a:rPr lang="zh-CN" altLang="en-US" sz="2400"/>
              <a:t>和</a:t>
            </a:r>
            <a:r>
              <a:rPr kumimoji="1" lang="en-US" altLang="zh-CN" sz="2400" b="1" i="1">
                <a:solidFill>
                  <a:srgbClr val="CC3300"/>
                </a:solidFill>
                <a:latin typeface="Times New Roman" panose="02020603050405020304" pitchFamily="18" charset="0"/>
              </a:rPr>
              <a:t>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7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5" grpId="0" autoUpdateAnimBg="0"/>
      <p:bldP spid="70766" grpId="0" autoUpdateAnimBg="0"/>
      <p:bldP spid="70767" grpId="0" autoUpdateAnimBg="0"/>
      <p:bldP spid="708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0F3144-DB33-6B44-3FB3-4AD2DDB8B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63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66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变形比较法</a:t>
            </a:r>
            <a:endParaRPr lang="zh-CN" altLang="en-US" sz="40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1267" name="Group 10">
            <a:extLst>
              <a:ext uri="{FF2B5EF4-FFF2-40B4-BE49-F238E27FC236}">
                <a16:creationId xmlns:a16="http://schemas.microsoft.com/office/drawing/2014/main" id="{3B2A3CC1-4D27-6178-A9BF-9D650448982B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576263"/>
            <a:ext cx="3895725" cy="609600"/>
            <a:chOff x="282" y="480"/>
            <a:chExt cx="2454" cy="384"/>
          </a:xfrm>
        </p:grpSpPr>
        <p:sp>
          <p:nvSpPr>
            <p:cNvPr id="11335" name="Text Box 11">
              <a:extLst>
                <a:ext uri="{FF2B5EF4-FFF2-40B4-BE49-F238E27FC236}">
                  <a16:creationId xmlns:a16="http://schemas.microsoft.com/office/drawing/2014/main" id="{A9F6720B-FBF8-7218-1126-24D2DBA85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48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11336" name="Group 12">
              <a:extLst>
                <a:ext uri="{FF2B5EF4-FFF2-40B4-BE49-F238E27FC236}">
                  <a16:creationId xmlns:a16="http://schemas.microsoft.com/office/drawing/2014/main" id="{BBEC90A2-A8FE-D4CB-08EB-7B997FD46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576"/>
              <a:ext cx="1974" cy="288"/>
              <a:chOff x="3402" y="1680"/>
              <a:chExt cx="1974" cy="288"/>
            </a:xfrm>
          </p:grpSpPr>
          <p:sp>
            <p:nvSpPr>
              <p:cNvPr id="11337" name="AutoShape 13">
                <a:extLst>
                  <a:ext uri="{FF2B5EF4-FFF2-40B4-BE49-F238E27FC236}">
                    <a16:creationId xmlns:a16="http://schemas.microsoft.com/office/drawing/2014/main" id="{F95CAFB9-F213-6BCC-AFD2-00EA0FC0D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2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38" name="AutoShape 14">
                <a:extLst>
                  <a:ext uri="{FF2B5EF4-FFF2-40B4-BE49-F238E27FC236}">
                    <a16:creationId xmlns:a16="http://schemas.microsoft.com/office/drawing/2014/main" id="{632696FF-6FDA-2828-3EF8-830AF92C3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4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39" name="AutoShape 15">
                <a:extLst>
                  <a:ext uri="{FF2B5EF4-FFF2-40B4-BE49-F238E27FC236}">
                    <a16:creationId xmlns:a16="http://schemas.microsoft.com/office/drawing/2014/main" id="{6CA0E62B-23D9-3E21-1367-ABCF98953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6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0" name="AutoShape 16">
                <a:extLst>
                  <a:ext uri="{FF2B5EF4-FFF2-40B4-BE49-F238E27FC236}">
                    <a16:creationId xmlns:a16="http://schemas.microsoft.com/office/drawing/2014/main" id="{8AEF2F7C-0E50-E604-8CD9-7627ECC23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1" name="AutoShape 17">
                <a:extLst>
                  <a:ext uri="{FF2B5EF4-FFF2-40B4-BE49-F238E27FC236}">
                    <a16:creationId xmlns:a16="http://schemas.microsoft.com/office/drawing/2014/main" id="{F9F58C48-A772-5678-1D92-5F77D73C6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0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2" name="Line 18">
                <a:extLst>
                  <a:ext uri="{FF2B5EF4-FFF2-40B4-BE49-F238E27FC236}">
                    <a16:creationId xmlns:a16="http://schemas.microsoft.com/office/drawing/2014/main" id="{E5C066C9-4E0E-3359-4E57-FF10426F9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680"/>
                <a:ext cx="197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3" name="AutoShape 19">
                <a:extLst>
                  <a:ext uri="{FF2B5EF4-FFF2-40B4-BE49-F238E27FC236}">
                    <a16:creationId xmlns:a16="http://schemas.microsoft.com/office/drawing/2014/main" id="{10E76CDF-361F-C0CE-853A-562F599D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4" name="AutoShape 20">
                <a:extLst>
                  <a:ext uri="{FF2B5EF4-FFF2-40B4-BE49-F238E27FC236}">
                    <a16:creationId xmlns:a16="http://schemas.microsoft.com/office/drawing/2014/main" id="{9376CCF1-28D6-1009-217F-C75370908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5" name="AutoShape 21">
                <a:extLst>
                  <a:ext uri="{FF2B5EF4-FFF2-40B4-BE49-F238E27FC236}">
                    <a16:creationId xmlns:a16="http://schemas.microsoft.com/office/drawing/2014/main" id="{BE6B89F4-D897-7D68-BE21-90D6051F9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6" name="AutoShape 22">
                <a:extLst>
                  <a:ext uri="{FF2B5EF4-FFF2-40B4-BE49-F238E27FC236}">
                    <a16:creationId xmlns:a16="http://schemas.microsoft.com/office/drawing/2014/main" id="{30A579CD-4624-0D52-3A39-C719949E5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7" name="AutoShape 23">
                <a:extLst>
                  <a:ext uri="{FF2B5EF4-FFF2-40B4-BE49-F238E27FC236}">
                    <a16:creationId xmlns:a16="http://schemas.microsoft.com/office/drawing/2014/main" id="{DA4F2BF7-2681-A06A-66DF-EC205C9ED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6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8" name="AutoShape 24">
                <a:extLst>
                  <a:ext uri="{FF2B5EF4-FFF2-40B4-BE49-F238E27FC236}">
                    <a16:creationId xmlns:a16="http://schemas.microsoft.com/office/drawing/2014/main" id="{08EB422C-1CF9-0E6E-BD26-909401793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68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11268" name="Group 25">
            <a:extLst>
              <a:ext uri="{FF2B5EF4-FFF2-40B4-BE49-F238E27FC236}">
                <a16:creationId xmlns:a16="http://schemas.microsoft.com/office/drawing/2014/main" id="{32302ED9-4B82-FC3D-6CC6-3A53F71756D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90663"/>
            <a:ext cx="3048000" cy="533400"/>
            <a:chOff x="288" y="1056"/>
            <a:chExt cx="1920" cy="336"/>
          </a:xfrm>
        </p:grpSpPr>
        <p:sp>
          <p:nvSpPr>
            <p:cNvPr id="11331" name="Line 26">
              <a:extLst>
                <a:ext uri="{FF2B5EF4-FFF2-40B4-BE49-F238E27FC236}">
                  <a16:creationId xmlns:a16="http://schemas.microsoft.com/office/drawing/2014/main" id="{96B09266-6B5B-CC2E-764E-279A063D9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2" name="Line 27">
              <a:extLst>
                <a:ext uri="{FF2B5EF4-FFF2-40B4-BE49-F238E27FC236}">
                  <a16:creationId xmlns:a16="http://schemas.microsoft.com/office/drawing/2014/main" id="{24F4E66F-BCBB-7C2C-50D2-9F3B7E894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3" name="Line 28">
              <a:extLst>
                <a:ext uri="{FF2B5EF4-FFF2-40B4-BE49-F238E27FC236}">
                  <a16:creationId xmlns:a16="http://schemas.microsoft.com/office/drawing/2014/main" id="{C0ED8AF0-15DA-C34F-B4CD-CC888DBFB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296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4" name="Text Box 29">
              <a:extLst>
                <a:ext uri="{FF2B5EF4-FFF2-40B4-BE49-F238E27FC236}">
                  <a16:creationId xmlns:a16="http://schemas.microsoft.com/office/drawing/2014/main" id="{58DD879F-8BD2-74CD-E131-B68EFE997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056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11269" name="Rectangle 30">
            <a:extLst>
              <a:ext uri="{FF2B5EF4-FFF2-40B4-BE49-F238E27FC236}">
                <a16:creationId xmlns:a16="http://schemas.microsoft.com/office/drawing/2014/main" id="{E0CDB565-506A-9E03-61E1-A4890C310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1185863"/>
            <a:ext cx="3124200" cy="152400"/>
          </a:xfrm>
          <a:prstGeom prst="rect">
            <a:avLst/>
          </a:prstGeom>
          <a:solidFill>
            <a:srgbClr val="FF0066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270" name="Group 31">
            <a:extLst>
              <a:ext uri="{FF2B5EF4-FFF2-40B4-BE49-F238E27FC236}">
                <a16:creationId xmlns:a16="http://schemas.microsoft.com/office/drawing/2014/main" id="{2F38AC42-9D34-9017-DC6B-C7E5FCBA960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881063"/>
            <a:ext cx="152400" cy="762000"/>
            <a:chOff x="192" y="672"/>
            <a:chExt cx="96" cy="480"/>
          </a:xfrm>
        </p:grpSpPr>
        <p:sp>
          <p:nvSpPr>
            <p:cNvPr id="11329" name="Rectangle 32">
              <a:extLst>
                <a:ext uri="{FF2B5EF4-FFF2-40B4-BE49-F238E27FC236}">
                  <a16:creationId xmlns:a16="http://schemas.microsoft.com/office/drawing/2014/main" id="{C61787E8-B4C6-DCAA-3CA5-9E2756191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672"/>
              <a:ext cx="96" cy="480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30" name="Line 33">
              <a:extLst>
                <a:ext uri="{FF2B5EF4-FFF2-40B4-BE49-F238E27FC236}">
                  <a16:creationId xmlns:a16="http://schemas.microsoft.com/office/drawing/2014/main" id="{05B47803-6863-5645-6A38-591339C71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67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71" name="Line 34">
            <a:extLst>
              <a:ext uri="{FF2B5EF4-FFF2-40B4-BE49-F238E27FC236}">
                <a16:creationId xmlns:a16="http://schemas.microsoft.com/office/drawing/2014/main" id="{276C8F47-055F-1F8F-A19B-8BD5688C68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1338263"/>
            <a:ext cx="0" cy="6858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Text Box 35">
            <a:extLst>
              <a:ext uri="{FF2B5EF4-FFF2-40B4-BE49-F238E27FC236}">
                <a16:creationId xmlns:a16="http://schemas.microsoft.com/office/drawing/2014/main" id="{A0D2C02C-1BE2-E38E-6E77-48E28CF17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566863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1" i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3" name="Text Box 36">
            <a:extLst>
              <a:ext uri="{FF2B5EF4-FFF2-40B4-BE49-F238E27FC236}">
                <a16:creationId xmlns:a16="http://schemas.microsoft.com/office/drawing/2014/main" id="{AD1093F8-FE5B-F7B4-B987-C6BE8383A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620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1274" name="Text Box 37">
            <a:extLst>
              <a:ext uri="{FF2B5EF4-FFF2-40B4-BE49-F238E27FC236}">
                <a16:creationId xmlns:a16="http://schemas.microsoft.com/office/drawing/2014/main" id="{F8B75DA7-A500-F45C-64FC-1E1DBCE4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1096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11275" name="Object 38">
            <a:extLst>
              <a:ext uri="{FF2B5EF4-FFF2-40B4-BE49-F238E27FC236}">
                <a16:creationId xmlns:a16="http://schemas.microsoft.com/office/drawing/2014/main" id="{03A769C3-DA5C-D920-A2EF-4320B5D8C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1425" y="2003425"/>
          <a:ext cx="3444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64885" progId="Equation.DSMT4">
                  <p:embed/>
                </p:oleObj>
              </mc:Choice>
              <mc:Fallback>
                <p:oleObj name="Equation" r:id="rId3" imgW="164885" imgH="164885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2003425"/>
                        <a:ext cx="34448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3" name="Object 39">
            <a:extLst>
              <a:ext uri="{FF2B5EF4-FFF2-40B4-BE49-F238E27FC236}">
                <a16:creationId xmlns:a16="http://schemas.microsoft.com/office/drawing/2014/main" id="{48EA5547-9BF0-4A54-1F22-A949C5525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981075"/>
          <a:ext cx="48244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5" imgW="6496008" imgH="1914534" progId="StanfordGraphics">
                  <p:embed/>
                </p:oleObj>
              </mc:Choice>
              <mc:Fallback>
                <p:oleObj name="Stanford Graphics Slide" r:id="rId5" imgW="6496008" imgH="1914534" progId="StanfordGraphics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981075"/>
                        <a:ext cx="482441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69" name="Group 45">
            <a:extLst>
              <a:ext uri="{FF2B5EF4-FFF2-40B4-BE49-F238E27FC236}">
                <a16:creationId xmlns:a16="http://schemas.microsoft.com/office/drawing/2014/main" id="{B0ABABBC-D0FB-3EDF-C09F-C424A4DB4A1B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916113"/>
            <a:ext cx="3384550" cy="1296987"/>
            <a:chOff x="476" y="1570"/>
            <a:chExt cx="2132" cy="817"/>
          </a:xfrm>
        </p:grpSpPr>
        <p:grpSp>
          <p:nvGrpSpPr>
            <p:cNvPr id="11325" name="Group 44">
              <a:extLst>
                <a:ext uri="{FF2B5EF4-FFF2-40B4-BE49-F238E27FC236}">
                  <a16:creationId xmlns:a16="http://schemas.microsoft.com/office/drawing/2014/main" id="{A7497C58-BE01-4FF7-B4A8-CECEBF7371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570"/>
              <a:ext cx="1905" cy="791"/>
              <a:chOff x="567" y="1570"/>
              <a:chExt cx="1905" cy="791"/>
            </a:xfrm>
          </p:grpSpPr>
          <p:sp>
            <p:nvSpPr>
              <p:cNvPr id="11327" name="Rectangle 4">
                <a:extLst>
                  <a:ext uri="{FF2B5EF4-FFF2-40B4-BE49-F238E27FC236}">
                    <a16:creationId xmlns:a16="http://schemas.microsoft.com/office/drawing/2014/main" id="{3662C157-9037-C388-6589-DC8224B1D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" y="1570"/>
                <a:ext cx="81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静定基</a:t>
                </a:r>
                <a:r>
                  <a:rPr lang="en-US" altLang="zh-CN" sz="2400" b="1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+</a:t>
                </a:r>
                <a:endParaRPr lang="en-US" altLang="zh-CN" sz="4000" b="1">
                  <a:solidFill>
                    <a:schemeClr val="folHlink"/>
                  </a:solidFill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11328" name="Object 41">
                <a:extLst>
                  <a:ext uri="{FF2B5EF4-FFF2-40B4-BE49-F238E27FC236}">
                    <a16:creationId xmlns:a16="http://schemas.microsoft.com/office/drawing/2014/main" id="{1732F7F0-7604-81E6-EADB-ACA627D6FA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7" y="1958"/>
              <a:ext cx="1905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123992" imgH="219017" progId="Equation.DSMT4">
                      <p:embed/>
                    </p:oleObj>
                  </mc:Choice>
                  <mc:Fallback>
                    <p:oleObj name="Equation" r:id="rId7" imgW="1123992" imgH="219017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" y="1958"/>
                            <a:ext cx="1905" cy="4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326" name="Rectangle 43">
              <a:extLst>
                <a:ext uri="{FF2B5EF4-FFF2-40B4-BE49-F238E27FC236}">
                  <a16:creationId xmlns:a16="http://schemas.microsoft.com/office/drawing/2014/main" id="{040CA9A8-30F8-A1C9-4505-B305A65D6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706"/>
              <a:ext cx="2132" cy="6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2384" name="Group 160">
            <a:extLst>
              <a:ext uri="{FF2B5EF4-FFF2-40B4-BE49-F238E27FC236}">
                <a16:creationId xmlns:a16="http://schemas.microsoft.com/office/drawing/2014/main" id="{AC3AEF7E-A9FA-4443-76CA-C789A78D20D5}"/>
              </a:ext>
            </a:extLst>
          </p:cNvPr>
          <p:cNvGrpSpPr>
            <a:grpSpLocks/>
          </p:cNvGrpSpPr>
          <p:nvPr/>
        </p:nvGrpSpPr>
        <p:grpSpPr bwMode="auto">
          <a:xfrm>
            <a:off x="563563" y="3500438"/>
            <a:ext cx="4008437" cy="1897062"/>
            <a:chOff x="355" y="2205"/>
            <a:chExt cx="2525" cy="1195"/>
          </a:xfrm>
        </p:grpSpPr>
        <p:sp>
          <p:nvSpPr>
            <p:cNvPr id="11308" name="Line 93">
              <a:extLst>
                <a:ext uri="{FF2B5EF4-FFF2-40B4-BE49-F238E27FC236}">
                  <a16:creationId xmlns:a16="http://schemas.microsoft.com/office/drawing/2014/main" id="{751DCD5C-BBD9-8618-C948-7DE9AADEE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1" y="2726"/>
              <a:ext cx="0" cy="432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09" name="Group 159">
              <a:extLst>
                <a:ext uri="{FF2B5EF4-FFF2-40B4-BE49-F238E27FC236}">
                  <a16:creationId xmlns:a16="http://schemas.microsoft.com/office/drawing/2014/main" id="{5D8335A0-46C9-F470-B641-5DBC0CE9D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" y="2205"/>
              <a:ext cx="2525" cy="1195"/>
              <a:chOff x="355" y="2205"/>
              <a:chExt cx="2525" cy="1195"/>
            </a:xfrm>
          </p:grpSpPr>
          <p:grpSp>
            <p:nvGrpSpPr>
              <p:cNvPr id="11310" name="Group 95">
                <a:extLst>
                  <a:ext uri="{FF2B5EF4-FFF2-40B4-BE49-F238E27FC236}">
                    <a16:creationId xmlns:a16="http://schemas.microsoft.com/office/drawing/2014/main" id="{EE7E9565-0720-DA10-A152-3D9ED718D1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" y="2822"/>
                <a:ext cx="1920" cy="336"/>
                <a:chOff x="288" y="1056"/>
                <a:chExt cx="1920" cy="336"/>
              </a:xfrm>
            </p:grpSpPr>
            <p:sp>
              <p:nvSpPr>
                <p:cNvPr id="11321" name="Line 96">
                  <a:extLst>
                    <a:ext uri="{FF2B5EF4-FFF2-40B4-BE49-F238E27FC236}">
                      <a16:creationId xmlns:a16="http://schemas.microsoft.com/office/drawing/2014/main" id="{1ED35B19-155D-E6EB-C55C-67D602BC4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22" name="Line 97">
                  <a:extLst>
                    <a:ext uri="{FF2B5EF4-FFF2-40B4-BE49-F238E27FC236}">
                      <a16:creationId xmlns:a16="http://schemas.microsoft.com/office/drawing/2014/main" id="{23F619A8-9B4C-C610-3219-25D79F8EB9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23" name="Line 98">
                  <a:extLst>
                    <a:ext uri="{FF2B5EF4-FFF2-40B4-BE49-F238E27FC236}">
                      <a16:creationId xmlns:a16="http://schemas.microsoft.com/office/drawing/2014/main" id="{F3BCCD33-131E-4D45-98A6-A00B9BEA1E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96"/>
                  <a:ext cx="19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stealth" w="med" len="lg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24" name="Text Box 99">
                  <a:extLst>
                    <a:ext uri="{FF2B5EF4-FFF2-40B4-BE49-F238E27FC236}">
                      <a16:creationId xmlns:a16="http://schemas.microsoft.com/office/drawing/2014/main" id="{A4080F68-14E0-5FD5-F40D-EEF13DDC1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1056"/>
                  <a:ext cx="62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l</a:t>
                  </a:r>
                </a:p>
              </p:txBody>
            </p:sp>
          </p:grpSp>
          <p:grpSp>
            <p:nvGrpSpPr>
              <p:cNvPr id="11311" name="Group 100">
                <a:extLst>
                  <a:ext uri="{FF2B5EF4-FFF2-40B4-BE49-F238E27FC236}">
                    <a16:creationId xmlns:a16="http://schemas.microsoft.com/office/drawing/2014/main" id="{7D89AF08-2047-24C5-E269-99DDACC22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" y="2205"/>
                <a:ext cx="2525" cy="1195"/>
                <a:chOff x="144" y="391"/>
                <a:chExt cx="2525" cy="1195"/>
              </a:xfrm>
            </p:grpSpPr>
            <p:sp>
              <p:nvSpPr>
                <p:cNvPr id="11312" name="Text Box 101">
                  <a:extLst>
                    <a:ext uri="{FF2B5EF4-FFF2-40B4-BE49-F238E27FC236}">
                      <a16:creationId xmlns:a16="http://schemas.microsoft.com/office/drawing/2014/main" id="{CD9A0CA9-9054-EA29-093D-3B30FFA959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" y="391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i="1">
                      <a:latin typeface="Times New Roman" panose="02020603050405020304" pitchFamily="18" charset="0"/>
                    </a:rPr>
                    <a:t>Q</a:t>
                  </a:r>
                  <a:endParaRPr kumimoji="1" lang="en-US" altLang="zh-CN" sz="2400" b="1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13" name="AutoShape 102">
                  <a:extLst>
                    <a:ext uri="{FF2B5EF4-FFF2-40B4-BE49-F238E27FC236}">
                      <a16:creationId xmlns:a16="http://schemas.microsoft.com/office/drawing/2014/main" id="{77E25F81-4CA7-36D5-653F-36B9D5C5BA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6" y="528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14" name="Rectangle 103">
                  <a:extLst>
                    <a:ext uri="{FF2B5EF4-FFF2-40B4-BE49-F238E27FC236}">
                      <a16:creationId xmlns:a16="http://schemas.microsoft.com/office/drawing/2014/main" id="{DA2D0153-2670-F19D-0AC0-0901C93AB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" y="816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1315" name="Group 104">
                  <a:extLst>
                    <a:ext uri="{FF2B5EF4-FFF2-40B4-BE49-F238E27FC236}">
                      <a16:creationId xmlns:a16="http://schemas.microsoft.com/office/drawing/2014/main" id="{F2B3DB08-E983-949E-C613-F885F3F975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" y="624"/>
                  <a:ext cx="96" cy="480"/>
                  <a:chOff x="192" y="672"/>
                  <a:chExt cx="96" cy="480"/>
                </a:xfrm>
              </p:grpSpPr>
              <p:sp>
                <p:nvSpPr>
                  <p:cNvPr id="11319" name="Rectangle 105">
                    <a:extLst>
                      <a:ext uri="{FF2B5EF4-FFF2-40B4-BE49-F238E27FC236}">
                        <a16:creationId xmlns:a16="http://schemas.microsoft.com/office/drawing/2014/main" id="{E376E8F8-214C-3319-8D3F-2E0228AFE2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" y="672"/>
                    <a:ext cx="96" cy="480"/>
                  </a:xfrm>
                  <a:prstGeom prst="rect">
                    <a:avLst/>
                  </a:prstGeom>
                  <a:blipFill dpi="0" rotWithShape="0">
                    <a:blip r:embed="rId2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320" name="Line 106">
                    <a:extLst>
                      <a:ext uri="{FF2B5EF4-FFF2-40B4-BE49-F238E27FC236}">
                        <a16:creationId xmlns:a16="http://schemas.microsoft.com/office/drawing/2014/main" id="{08F1CFBD-EED1-1124-D7F7-7EE28FF534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" y="672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16" name="Arc 107">
                  <a:extLst>
                    <a:ext uri="{FF2B5EF4-FFF2-40B4-BE49-F238E27FC236}">
                      <a16:creationId xmlns:a16="http://schemas.microsoft.com/office/drawing/2014/main" id="{627E1C01-DD4B-0C8A-6B37-9E476D6731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0" y="572"/>
                  <a:ext cx="192" cy="485"/>
                </a:xfrm>
                <a:custGeom>
                  <a:avLst/>
                  <a:gdLst>
                    <a:gd name="T0" fmla="*/ 0 w 21600"/>
                    <a:gd name="T1" fmla="*/ 0 h 36381"/>
                    <a:gd name="T2" fmla="*/ 1 w 21600"/>
                    <a:gd name="T3" fmla="*/ 6 h 36381"/>
                    <a:gd name="T4" fmla="*/ 0 w 21600"/>
                    <a:gd name="T5" fmla="*/ 4 h 3638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381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7091"/>
                        <a:pt x="19508" y="32376"/>
                        <a:pt x="15750" y="36381"/>
                      </a:cubicBezTo>
                    </a:path>
                    <a:path w="21600" h="36381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7091"/>
                        <a:pt x="19508" y="32376"/>
                        <a:pt x="15750" y="36381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33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7" name="Text Box 108">
                  <a:extLst>
                    <a:ext uri="{FF2B5EF4-FFF2-40B4-BE49-F238E27FC236}">
                      <a16:creationId xmlns:a16="http://schemas.microsoft.com/office/drawing/2014/main" id="{F84C8C85-D8F4-C073-D1D8-3036E03A9E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1" y="935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solidFill>
                        <a:srgbClr val="CC3300"/>
                      </a:solidFill>
                      <a:latin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11318" name="Text Box 109">
                  <a:extLst>
                    <a:ext uri="{FF2B5EF4-FFF2-40B4-BE49-F238E27FC236}">
                      <a16:creationId xmlns:a16="http://schemas.microsoft.com/office/drawing/2014/main" id="{B59E0C9A-7AB7-48C5-D382-44AA536678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8" y="129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solidFill>
                        <a:srgbClr val="CC3300"/>
                      </a:solidFill>
                      <a:latin typeface="Times New Roman" panose="02020603050405020304" pitchFamily="18" charset="0"/>
                    </a:rPr>
                    <a:t>F</a:t>
                  </a:r>
                </a:p>
              </p:txBody>
            </p:sp>
          </p:grpSp>
        </p:grpSp>
      </p:grpSp>
      <p:graphicFrame>
        <p:nvGraphicFramePr>
          <p:cNvPr id="52334" name="Object 110">
            <a:extLst>
              <a:ext uri="{FF2B5EF4-FFF2-40B4-BE49-F238E27FC236}">
                <a16:creationId xmlns:a16="http://schemas.microsoft.com/office/drawing/2014/main" id="{BCC61841-E129-6B42-6460-2642C3F946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8" y="5295900"/>
          <a:ext cx="3076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14468" imgH="219017" progId="Equation.DSMT4">
                  <p:embed/>
                </p:oleObj>
              </mc:Choice>
              <mc:Fallback>
                <p:oleObj name="Equation" r:id="rId9" imgW="1514468" imgH="219017" progId="Equation.DSMT4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5295900"/>
                        <a:ext cx="30765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35" name="Object 111">
            <a:extLst>
              <a:ext uri="{FF2B5EF4-FFF2-40B4-BE49-F238E27FC236}">
                <a16:creationId xmlns:a16="http://schemas.microsoft.com/office/drawing/2014/main" id="{5244F9E5-5938-D5CA-1616-961568B75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876925"/>
          <a:ext cx="299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76340" imgH="219017" progId="Equation.DSMT4">
                  <p:embed/>
                </p:oleObj>
              </mc:Choice>
              <mc:Fallback>
                <p:oleObj name="Equation" r:id="rId11" imgW="1476340" imgH="219017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876925"/>
                        <a:ext cx="2997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Line 137">
            <a:extLst>
              <a:ext uri="{FF2B5EF4-FFF2-40B4-BE49-F238E27FC236}">
                <a16:creationId xmlns:a16="http://schemas.microsoft.com/office/drawing/2014/main" id="{9E6CD746-1702-661A-90F8-CD6B49277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381" name="Group 157">
            <a:extLst>
              <a:ext uri="{FF2B5EF4-FFF2-40B4-BE49-F238E27FC236}">
                <a16:creationId xmlns:a16="http://schemas.microsoft.com/office/drawing/2014/main" id="{7B2F8BF3-EC38-3581-5B41-210C592AA576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644900"/>
            <a:ext cx="3744913" cy="1512888"/>
            <a:chOff x="3016" y="2296"/>
            <a:chExt cx="2359" cy="953"/>
          </a:xfrm>
        </p:grpSpPr>
        <p:grpSp>
          <p:nvGrpSpPr>
            <p:cNvPr id="11284" name="Group 116">
              <a:extLst>
                <a:ext uri="{FF2B5EF4-FFF2-40B4-BE49-F238E27FC236}">
                  <a16:creationId xmlns:a16="http://schemas.microsoft.com/office/drawing/2014/main" id="{26CCD496-FBBE-2DD2-8DAE-EF13B1A92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2" y="2913"/>
              <a:ext cx="1920" cy="336"/>
              <a:chOff x="288" y="1056"/>
              <a:chExt cx="1920" cy="336"/>
            </a:xfrm>
          </p:grpSpPr>
          <p:sp>
            <p:nvSpPr>
              <p:cNvPr id="11304" name="Line 117">
                <a:extLst>
                  <a:ext uri="{FF2B5EF4-FFF2-40B4-BE49-F238E27FC236}">
                    <a16:creationId xmlns:a16="http://schemas.microsoft.com/office/drawing/2014/main" id="{AB4C16C2-BABE-72F4-83DF-E883D932B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5" name="Line 118">
                <a:extLst>
                  <a:ext uri="{FF2B5EF4-FFF2-40B4-BE49-F238E27FC236}">
                    <a16:creationId xmlns:a16="http://schemas.microsoft.com/office/drawing/2014/main" id="{DE503667-B753-CB3F-865B-C278F839A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6" name="Line 119">
                <a:extLst>
                  <a:ext uri="{FF2B5EF4-FFF2-40B4-BE49-F238E27FC236}">
                    <a16:creationId xmlns:a16="http://schemas.microsoft.com/office/drawing/2014/main" id="{9A04A3E5-4954-4E7B-A0A2-AE6EFC1DF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96"/>
                <a:ext cx="19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Text Box 120">
                <a:extLst>
                  <a:ext uri="{FF2B5EF4-FFF2-40B4-BE49-F238E27FC236}">
                    <a16:creationId xmlns:a16="http://schemas.microsoft.com/office/drawing/2014/main" id="{E3ADC20C-9362-7D9A-ACBD-7AC9BE364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056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11285" name="Text Box 122">
              <a:extLst>
                <a:ext uri="{FF2B5EF4-FFF2-40B4-BE49-F238E27FC236}">
                  <a16:creationId xmlns:a16="http://schemas.microsoft.com/office/drawing/2014/main" id="{9E6BBD08-85DE-2A48-BC2B-BE4AF9A42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229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286" name="AutoShape 123">
              <a:extLst>
                <a:ext uri="{FF2B5EF4-FFF2-40B4-BE49-F238E27FC236}">
                  <a16:creationId xmlns:a16="http://schemas.microsoft.com/office/drawing/2014/main" id="{3B81306C-3964-C378-A042-4242F16D7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2433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7" name="Rectangle 124">
              <a:extLst>
                <a:ext uri="{FF2B5EF4-FFF2-40B4-BE49-F238E27FC236}">
                  <a16:creationId xmlns:a16="http://schemas.microsoft.com/office/drawing/2014/main" id="{A41DDAA4-A8D4-6B0B-44F4-26A52C6F1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" y="2721"/>
              <a:ext cx="1968" cy="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1288" name="Group 125">
              <a:extLst>
                <a:ext uri="{FF2B5EF4-FFF2-40B4-BE49-F238E27FC236}">
                  <a16:creationId xmlns:a16="http://schemas.microsoft.com/office/drawing/2014/main" id="{D8C221FF-11C8-6D5C-5851-0975299EA4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2529"/>
              <a:ext cx="96" cy="480"/>
              <a:chOff x="192" y="672"/>
              <a:chExt cx="96" cy="480"/>
            </a:xfrm>
          </p:grpSpPr>
          <p:sp>
            <p:nvSpPr>
              <p:cNvPr id="11302" name="Rectangle 126">
                <a:extLst>
                  <a:ext uri="{FF2B5EF4-FFF2-40B4-BE49-F238E27FC236}">
                    <a16:creationId xmlns:a16="http://schemas.microsoft.com/office/drawing/2014/main" id="{B6885461-76DD-CD3B-CF72-16CFF0DE0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672"/>
                <a:ext cx="96" cy="48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03" name="Line 127">
                <a:extLst>
                  <a:ext uri="{FF2B5EF4-FFF2-40B4-BE49-F238E27FC236}">
                    <a16:creationId xmlns:a16="http://schemas.microsoft.com/office/drawing/2014/main" id="{45CFC983-37C6-6A24-3920-BA022A61A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" y="672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89" name="Group 156">
              <a:extLst>
                <a:ext uri="{FF2B5EF4-FFF2-40B4-BE49-F238E27FC236}">
                  <a16:creationId xmlns:a16="http://schemas.microsoft.com/office/drawing/2014/main" id="{66679218-08C2-DBD3-4F9F-605C631CBF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5" y="2704"/>
              <a:ext cx="480" cy="323"/>
              <a:chOff x="4895" y="2704"/>
              <a:chExt cx="480" cy="323"/>
            </a:xfrm>
          </p:grpSpPr>
          <p:grpSp>
            <p:nvGrpSpPr>
              <p:cNvPr id="11290" name="Group 140">
                <a:extLst>
                  <a:ext uri="{FF2B5EF4-FFF2-40B4-BE49-F238E27FC236}">
                    <a16:creationId xmlns:a16="http://schemas.microsoft.com/office/drawing/2014/main" id="{2B0F987C-8B1D-A130-9B49-27C79EEA2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087" y="2739"/>
                <a:ext cx="96" cy="480"/>
                <a:chOff x="192" y="672"/>
                <a:chExt cx="96" cy="480"/>
              </a:xfrm>
            </p:grpSpPr>
            <p:sp>
              <p:nvSpPr>
                <p:cNvPr id="11300" name="Rectangle 141">
                  <a:extLst>
                    <a:ext uri="{FF2B5EF4-FFF2-40B4-BE49-F238E27FC236}">
                      <a16:creationId xmlns:a16="http://schemas.microsoft.com/office/drawing/2014/main" id="{5CF91E0D-8CE3-041F-6F21-883D9BF4B7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01" name="Line 142">
                  <a:extLst>
                    <a:ext uri="{FF2B5EF4-FFF2-40B4-BE49-F238E27FC236}">
                      <a16:creationId xmlns:a16="http://schemas.microsoft.com/office/drawing/2014/main" id="{077EF1CA-F15D-1C5D-4627-E17B506166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291" name="Oval 143">
                <a:extLst>
                  <a:ext uri="{FF2B5EF4-FFF2-40B4-BE49-F238E27FC236}">
                    <a16:creationId xmlns:a16="http://schemas.microsoft.com/office/drawing/2014/main" id="{9BFE2097-8ACF-CB85-E15E-68525DA26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2" name="Oval 145">
                <a:extLst>
                  <a:ext uri="{FF2B5EF4-FFF2-40B4-BE49-F238E27FC236}">
                    <a16:creationId xmlns:a16="http://schemas.microsoft.com/office/drawing/2014/main" id="{34CD1360-12F1-31CF-9B5A-F5D95AA6A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3" name="Line 146">
                <a:extLst>
                  <a:ext uri="{FF2B5EF4-FFF2-40B4-BE49-F238E27FC236}">
                    <a16:creationId xmlns:a16="http://schemas.microsoft.com/office/drawing/2014/main" id="{4FFBBE92-16CC-9140-020C-4EA533F8A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4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Line 147">
                <a:extLst>
                  <a:ext uri="{FF2B5EF4-FFF2-40B4-BE49-F238E27FC236}">
                    <a16:creationId xmlns:a16="http://schemas.microsoft.com/office/drawing/2014/main" id="{438FBCAE-1535-32E2-4EDA-E75650020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05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Oval 148">
                <a:extLst>
                  <a:ext uri="{FF2B5EF4-FFF2-40B4-BE49-F238E27FC236}">
                    <a16:creationId xmlns:a16="http://schemas.microsoft.com/office/drawing/2014/main" id="{D1105CA2-BDC7-2F2C-F632-4E2C75BB8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6" name="Oval 149">
                <a:extLst>
                  <a:ext uri="{FF2B5EF4-FFF2-40B4-BE49-F238E27FC236}">
                    <a16:creationId xmlns:a16="http://schemas.microsoft.com/office/drawing/2014/main" id="{0E624310-FDE0-4CFA-449C-96ABA32AF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297" name="Group 153">
                <a:extLst>
                  <a:ext uri="{FF2B5EF4-FFF2-40B4-BE49-F238E27FC236}">
                    <a16:creationId xmlns:a16="http://schemas.microsoft.com/office/drawing/2014/main" id="{02D201F0-8BD0-0DA1-3B0A-DF8E25A13A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057" y="2704"/>
                <a:ext cx="136" cy="106"/>
                <a:chOff x="192" y="672"/>
                <a:chExt cx="96" cy="480"/>
              </a:xfrm>
            </p:grpSpPr>
            <p:sp>
              <p:nvSpPr>
                <p:cNvPr id="11298" name="Rectangle 154">
                  <a:extLst>
                    <a:ext uri="{FF2B5EF4-FFF2-40B4-BE49-F238E27FC236}">
                      <a16:creationId xmlns:a16="http://schemas.microsoft.com/office/drawing/2014/main" id="{78FB1726-587A-DC0A-71D0-7971C1B9B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99" name="Line 155">
                  <a:extLst>
                    <a:ext uri="{FF2B5EF4-FFF2-40B4-BE49-F238E27FC236}">
                      <a16:creationId xmlns:a16="http://schemas.microsoft.com/office/drawing/2014/main" id="{2D1DE4D5-A5D5-6B1A-6BD9-CF37B048F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2382" name="Text Box 158">
            <a:extLst>
              <a:ext uri="{FF2B5EF4-FFF2-40B4-BE49-F238E27FC236}">
                <a16:creationId xmlns:a16="http://schemas.microsoft.com/office/drawing/2014/main" id="{28575299-F857-A911-810A-49D08758C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445125"/>
            <a:ext cx="1727200" cy="116046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ea typeface="黑体" panose="02010609060101010101" pitchFamily="49" charset="-122"/>
              </a:rPr>
              <a:t>静力等效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ea typeface="黑体" panose="02010609060101010101" pitchFamily="49" charset="-122"/>
              </a:rPr>
              <a:t>几何等效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523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82" grpId="0" animBg="1"/>
      <p:bldP spid="5238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9EE2F8A-10EC-064C-A345-E91CFAE01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620713"/>
            <a:ext cx="2011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u="sng">
                <a:solidFill>
                  <a:srgbClr val="80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超静定梁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FFA68F9-9CBA-3968-A64E-EB4473D4B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238250"/>
            <a:ext cx="17605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u="sng">
                <a:solidFill>
                  <a:srgbClr val="80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多余约束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0FFB0B50-CF7C-4823-BB40-9142620E1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5" y="639763"/>
            <a:ext cx="74453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</a:rPr>
              <a:t>仅用平衡方程不能求出全部约束反力的梁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356D8D77-A0DC-C7B8-B576-62D42CE76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1260475"/>
            <a:ext cx="71389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——</a:t>
            </a:r>
            <a:r>
              <a:rPr lang="zh-CN" altLang="en-US" sz="2400" b="1">
                <a:latin typeface="Verdana" panose="020B0604030504040204" pitchFamily="34" charset="0"/>
              </a:rPr>
              <a:t>就维持梁的平衡而言所不必要的约束</a:t>
            </a:r>
            <a:endParaRPr lang="zh-CN" altLang="en-US" sz="4000">
              <a:latin typeface="Verdana" panose="020B0604030504040204" pitchFamily="34" charset="0"/>
            </a:endParaRP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E0090BF-B4CA-4F66-1B15-6C2853BF06F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79388" y="0"/>
            <a:ext cx="6453187" cy="904875"/>
          </a:xfrm>
          <a:noFill/>
        </p:spPr>
        <p:txBody>
          <a:bodyPr anchor="ctr"/>
          <a:lstStyle/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超静定梁的概念</a:t>
            </a:r>
            <a:endParaRPr lang="zh-CN" altLang="en-US" sz="40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1208" name="Rectangle 8">
            <a:extLst>
              <a:ext uri="{FF2B5EF4-FFF2-40B4-BE49-F238E27FC236}">
                <a16:creationId xmlns:a16="http://schemas.microsoft.com/office/drawing/2014/main" id="{6EBDC585-B263-4638-2184-ADDE9D85D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1857375"/>
            <a:ext cx="23241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u="sng">
                <a:solidFill>
                  <a:srgbClr val="80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多余约束力</a:t>
            </a:r>
          </a:p>
        </p:txBody>
      </p:sp>
      <p:sp>
        <p:nvSpPr>
          <p:cNvPr id="51209" name="Rectangle 9">
            <a:extLst>
              <a:ext uri="{FF2B5EF4-FFF2-40B4-BE49-F238E27FC236}">
                <a16:creationId xmlns:a16="http://schemas.microsoft.com/office/drawing/2014/main" id="{E167E307-F8C0-8E8D-5F8C-EC060DD16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879600"/>
            <a:ext cx="6586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——</a:t>
            </a:r>
            <a:r>
              <a:rPr lang="zh-CN" altLang="en-US" sz="2400" b="1">
                <a:latin typeface="Verdana" panose="020B0604030504040204" pitchFamily="34" charset="0"/>
              </a:rPr>
              <a:t>与多余约束相应的约束反力</a:t>
            </a:r>
            <a:endParaRPr lang="zh-CN" altLang="en-US" sz="4000">
              <a:latin typeface="Verdana" panose="020B0604030504040204" pitchFamily="34" charset="0"/>
            </a:endParaRPr>
          </a:p>
        </p:txBody>
      </p:sp>
      <p:sp>
        <p:nvSpPr>
          <p:cNvPr id="51210" name="Rectangle 10">
            <a:extLst>
              <a:ext uri="{FF2B5EF4-FFF2-40B4-BE49-F238E27FC236}">
                <a16:creationId xmlns:a16="http://schemas.microsoft.com/office/drawing/2014/main" id="{CF758A81-9AD5-B050-6D30-BCE48DA46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2498725"/>
            <a:ext cx="2641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u="sng">
                <a:solidFill>
                  <a:srgbClr val="80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超静定次数</a:t>
            </a:r>
          </a:p>
        </p:txBody>
      </p:sp>
      <p:sp>
        <p:nvSpPr>
          <p:cNvPr id="51211" name="Rectangle 11">
            <a:extLst>
              <a:ext uri="{FF2B5EF4-FFF2-40B4-BE49-F238E27FC236}">
                <a16:creationId xmlns:a16="http://schemas.microsoft.com/office/drawing/2014/main" id="{2623A8CE-C24B-9388-148D-7217FAC00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2520950"/>
            <a:ext cx="6586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——</a:t>
            </a:r>
            <a:r>
              <a:rPr lang="zh-CN" altLang="en-US" sz="2400" b="1">
                <a:latin typeface="Verdana" panose="020B0604030504040204" pitchFamily="34" charset="0"/>
              </a:rPr>
              <a:t>多余约束的个数，</a:t>
            </a:r>
            <a:endParaRPr lang="zh-CN" altLang="en-US" sz="4000">
              <a:latin typeface="Verdana" panose="020B0604030504040204" pitchFamily="34" charset="0"/>
            </a:endParaRPr>
          </a:p>
        </p:txBody>
      </p:sp>
      <p:graphicFrame>
        <p:nvGraphicFramePr>
          <p:cNvPr id="51212" name="Object 12">
            <a:extLst>
              <a:ext uri="{FF2B5EF4-FFF2-40B4-BE49-F238E27FC236}">
                <a16:creationId xmlns:a16="http://schemas.microsoft.com/office/drawing/2014/main" id="{1E4596AA-3245-CB5B-F04C-E934D25193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4046538"/>
          <a:ext cx="2387600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2" imgW="2962323" imgH="1562088" progId="StanfordGraphics">
                  <p:embed/>
                </p:oleObj>
              </mc:Choice>
              <mc:Fallback>
                <p:oleObj name="Stanford Graphics Slide" r:id="rId2" imgW="2962323" imgH="1562088" progId="StanfordGraphics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046538"/>
                        <a:ext cx="2387600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3" name="Rectangle 13">
            <a:extLst>
              <a:ext uri="{FF2B5EF4-FFF2-40B4-BE49-F238E27FC236}">
                <a16:creationId xmlns:a16="http://schemas.microsoft.com/office/drawing/2014/main" id="{1239503E-48F5-E672-11C8-912FEC2E7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5445125"/>
            <a:ext cx="32639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Verdana" panose="020B0604030504040204" pitchFamily="34" charset="0"/>
              </a:rPr>
              <a:t>一次</a:t>
            </a:r>
            <a:r>
              <a:rPr lang="zh-CN" altLang="en-US" sz="2400" b="1">
                <a:latin typeface="宋体" panose="02010600030101010101" pitchFamily="2" charset="-122"/>
              </a:rPr>
              <a:t>超静定梁</a:t>
            </a:r>
            <a:endParaRPr lang="zh-CN" altLang="en-US" sz="4000">
              <a:latin typeface="宋体" panose="02010600030101010101" pitchFamily="2" charset="-122"/>
            </a:endParaRPr>
          </a:p>
        </p:txBody>
      </p:sp>
      <p:sp>
        <p:nvSpPr>
          <p:cNvPr id="51214" name="Rectangle 14">
            <a:extLst>
              <a:ext uri="{FF2B5EF4-FFF2-40B4-BE49-F238E27FC236}">
                <a16:creationId xmlns:a16="http://schemas.microsoft.com/office/drawing/2014/main" id="{CAC5B4C4-CFA9-EAF9-F50C-3AAB15A96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445125"/>
            <a:ext cx="32639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Verdana" panose="020B0604030504040204" pitchFamily="34" charset="0"/>
              </a:rPr>
              <a:t>二次</a:t>
            </a:r>
            <a:r>
              <a:rPr lang="zh-CN" altLang="en-US" sz="2400" b="1">
                <a:latin typeface="宋体" panose="02010600030101010101" pitchFamily="2" charset="-122"/>
              </a:rPr>
              <a:t>超静定梁</a:t>
            </a:r>
            <a:endParaRPr lang="zh-CN" altLang="en-US" sz="4000">
              <a:latin typeface="宋体" panose="02010600030101010101" pitchFamily="2" charset="-122"/>
            </a:endParaRPr>
          </a:p>
        </p:txBody>
      </p:sp>
      <p:graphicFrame>
        <p:nvGraphicFramePr>
          <p:cNvPr id="51215" name="Object 15">
            <a:extLst>
              <a:ext uri="{FF2B5EF4-FFF2-40B4-BE49-F238E27FC236}">
                <a16:creationId xmlns:a16="http://schemas.microsoft.com/office/drawing/2014/main" id="{910AB638-1F73-8E86-D16A-B5378504B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9788" y="4070350"/>
          <a:ext cx="33940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4" imgW="4219540" imgH="1524049" progId="StanfordGraphics">
                  <p:embed/>
                </p:oleObj>
              </mc:Choice>
              <mc:Fallback>
                <p:oleObj name="Stanford Graphics Slide" r:id="rId4" imgW="4219540" imgH="1524049" progId="StanfordGraphics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788" y="4070350"/>
                        <a:ext cx="3394075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Rectangle 16">
            <a:extLst>
              <a:ext uri="{FF2B5EF4-FFF2-40B4-BE49-F238E27FC236}">
                <a16:creationId xmlns:a16="http://schemas.microsoft.com/office/drawing/2014/main" id="{1AEF6BC3-D5BB-A5B9-0A4A-201F52694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078163"/>
            <a:ext cx="6911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——</a:t>
            </a:r>
            <a:r>
              <a:rPr lang="zh-CN" altLang="en-US" sz="2400" b="1">
                <a:latin typeface="Verdana" panose="020B0604030504040204" pitchFamily="34" charset="0"/>
              </a:rPr>
              <a:t>也等于未知</a:t>
            </a:r>
            <a:r>
              <a:rPr lang="zh-CN" altLang="en-US" sz="2400" b="1">
                <a:latin typeface="宋体" panose="02010600030101010101" pitchFamily="2" charset="-122"/>
              </a:rPr>
              <a:t>约束反力的数目</a:t>
            </a:r>
            <a:r>
              <a:rPr lang="en-US" altLang="zh-CN" sz="2400" b="1">
                <a:latin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</a:rPr>
              <a:t>独立平衡方程数</a:t>
            </a:r>
          </a:p>
        </p:txBody>
      </p:sp>
      <p:sp>
        <p:nvSpPr>
          <p:cNvPr id="51217" name="Text Box 17">
            <a:extLst>
              <a:ext uri="{FF2B5EF4-FFF2-40B4-BE49-F238E27FC236}">
                <a16:creationId xmlns:a16="http://schemas.microsoft.com/office/drawing/2014/main" id="{55E2A958-DCAB-C508-616E-6C64033EC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092825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4-3=1(</a:t>
            </a:r>
            <a:r>
              <a:rPr lang="zh-CN" altLang="en-US" sz="2400"/>
              <a:t>次</a:t>
            </a:r>
            <a:r>
              <a:rPr lang="en-US" altLang="zh-CN" sz="2400"/>
              <a:t>)</a:t>
            </a:r>
          </a:p>
        </p:txBody>
      </p:sp>
      <p:sp>
        <p:nvSpPr>
          <p:cNvPr id="51218" name="Text Box 18">
            <a:extLst>
              <a:ext uri="{FF2B5EF4-FFF2-40B4-BE49-F238E27FC236}">
                <a16:creationId xmlns:a16="http://schemas.microsoft.com/office/drawing/2014/main" id="{91C5BA25-2235-2DC5-7BF3-4FFE49BBB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092825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5-3=2(</a:t>
            </a:r>
            <a:r>
              <a:rPr lang="zh-CN" altLang="en-US" sz="2400"/>
              <a:t>次</a:t>
            </a:r>
            <a:r>
              <a:rPr lang="en-US" altLang="zh-CN" sz="2400"/>
              <a:t>)</a:t>
            </a:r>
          </a:p>
        </p:txBody>
      </p:sp>
      <p:sp>
        <p:nvSpPr>
          <p:cNvPr id="51219" name="Text Box 19">
            <a:extLst>
              <a:ext uri="{FF2B5EF4-FFF2-40B4-BE49-F238E27FC236}">
                <a16:creationId xmlns:a16="http://schemas.microsoft.com/office/drawing/2014/main" id="{0FCE26C6-8864-C9A3-D9B3-7D4FE0BF3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789363"/>
            <a:ext cx="1439862" cy="392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FaX,FaY,Ma</a:t>
            </a:r>
          </a:p>
        </p:txBody>
      </p:sp>
      <p:sp>
        <p:nvSpPr>
          <p:cNvPr id="51220" name="Text Box 20">
            <a:extLst>
              <a:ext uri="{FF2B5EF4-FFF2-40B4-BE49-F238E27FC236}">
                <a16:creationId xmlns:a16="http://schemas.microsoft.com/office/drawing/2014/main" id="{48D97671-2C36-04C7-C379-7B9E89610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860800"/>
            <a:ext cx="720725" cy="3921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FbY</a:t>
            </a:r>
          </a:p>
        </p:txBody>
      </p:sp>
      <p:sp>
        <p:nvSpPr>
          <p:cNvPr id="51221" name="Text Box 21">
            <a:extLst>
              <a:ext uri="{FF2B5EF4-FFF2-40B4-BE49-F238E27FC236}">
                <a16:creationId xmlns:a16="http://schemas.microsoft.com/office/drawing/2014/main" id="{263A78AE-58D5-3ED0-2659-4EF12BE6B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716338"/>
            <a:ext cx="1079500" cy="392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FaX,FaY</a:t>
            </a:r>
          </a:p>
        </p:txBody>
      </p:sp>
      <p:sp>
        <p:nvSpPr>
          <p:cNvPr id="51222" name="Text Box 22">
            <a:extLst>
              <a:ext uri="{FF2B5EF4-FFF2-40B4-BE49-F238E27FC236}">
                <a16:creationId xmlns:a16="http://schemas.microsoft.com/office/drawing/2014/main" id="{818C1790-286D-4DFB-3C39-4518CA80D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716338"/>
            <a:ext cx="720725" cy="392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FbY</a:t>
            </a:r>
          </a:p>
        </p:txBody>
      </p:sp>
      <p:sp>
        <p:nvSpPr>
          <p:cNvPr id="51223" name="Text Box 23">
            <a:extLst>
              <a:ext uri="{FF2B5EF4-FFF2-40B4-BE49-F238E27FC236}">
                <a16:creationId xmlns:a16="http://schemas.microsoft.com/office/drawing/2014/main" id="{27052F07-71F3-F987-C29A-E4BAF0FEE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716338"/>
            <a:ext cx="720725" cy="392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FcY</a:t>
            </a:r>
          </a:p>
        </p:txBody>
      </p:sp>
      <p:sp>
        <p:nvSpPr>
          <p:cNvPr id="51224" name="Text Box 24">
            <a:extLst>
              <a:ext uri="{FF2B5EF4-FFF2-40B4-BE49-F238E27FC236}">
                <a16:creationId xmlns:a16="http://schemas.microsoft.com/office/drawing/2014/main" id="{B5AE7251-5EF0-56C5-6512-3A9625DF6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3716338"/>
            <a:ext cx="720725" cy="392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utoUpdateAnimBg="0"/>
      <p:bldP spid="51204" grpId="0" autoUpdateAnimBg="0"/>
      <p:bldP spid="51205" grpId="0" autoUpdateAnimBg="0"/>
      <p:bldP spid="51208" grpId="0" autoUpdateAnimBg="0"/>
      <p:bldP spid="51209" grpId="0" autoUpdateAnimBg="0"/>
      <p:bldP spid="51210" grpId="0" autoUpdateAnimBg="0"/>
      <p:bldP spid="51211" grpId="0" autoUpdateAnimBg="0"/>
      <p:bldP spid="51213" grpId="0" autoUpdateAnimBg="0"/>
      <p:bldP spid="51214" grpId="0" autoUpdateAnimBg="0"/>
      <p:bldP spid="51216" grpId="0" autoUpdateAnimBg="0"/>
      <p:bldP spid="51217" grpId="0"/>
      <p:bldP spid="51218" grpId="0"/>
      <p:bldP spid="51219" grpId="0" animBg="1"/>
      <p:bldP spid="51220" grpId="0" animBg="1"/>
      <p:bldP spid="51221" grpId="0" animBg="1"/>
      <p:bldP spid="51222" grpId="0" animBg="1"/>
      <p:bldP spid="51223" grpId="0" animBg="1"/>
      <p:bldP spid="512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C85B0F-15F2-1F2F-1733-A78B441B2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175" y="60325"/>
            <a:ext cx="8489950" cy="658813"/>
          </a:xfrm>
        </p:spPr>
        <p:txBody>
          <a:bodyPr/>
          <a:lstStyle/>
          <a:p>
            <a:pPr eaLnBrk="1" hangingPunct="1"/>
            <a:r>
              <a:rPr lang="zh-CN" altLang="en-US" sz="2100" b="1">
                <a:solidFill>
                  <a:srgbClr val="0066CC"/>
                </a:solidFill>
              </a:rPr>
              <a:t>例 </a:t>
            </a:r>
            <a:r>
              <a:rPr lang="en-US" altLang="zh-CN" sz="2100" b="1">
                <a:solidFill>
                  <a:srgbClr val="0066CC"/>
                </a:solidFill>
              </a:rPr>
              <a:t>3</a:t>
            </a:r>
            <a:r>
              <a:rPr lang="en-US" altLang="zh-CN" sz="2100" b="1">
                <a:solidFill>
                  <a:srgbClr val="66FF99"/>
                </a:solidFill>
              </a:rPr>
              <a:t>  </a:t>
            </a:r>
            <a:r>
              <a:rPr lang="zh-CN" altLang="en-US" sz="2100" b="1">
                <a:solidFill>
                  <a:schemeClr val="tx1"/>
                </a:solidFill>
              </a:rPr>
              <a:t>试作图示超静定梁的剪力图和弯矩图。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4E70B22-9F4E-C932-DFE1-D3ECCCD78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9531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323DD88F-FA8B-3F24-DDC5-172FF879E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95313"/>
            <a:ext cx="2441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一次超静定</a:t>
            </a:r>
            <a:endParaRPr kumimoji="1" lang="zh-CN" altLang="en-US" sz="28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ACD65257-12AD-3BA2-22F6-EF242DEF1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146175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chemeClr val="fol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取静定基</a:t>
            </a:r>
            <a:r>
              <a:rPr kumimoji="1"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0BD86B69-9BB6-8692-37F5-5CCB04CBD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2297113"/>
            <a:ext cx="2093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chemeClr val="fol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求</a:t>
            </a:r>
            <a:r>
              <a:rPr kumimoji="1" lang="en-US" altLang="en-US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en-US" sz="2800" b="1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By</a:t>
            </a:r>
            <a:r>
              <a:rPr kumimoji="1"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165E257B-298D-4212-17CC-D28594DF2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3886200"/>
            <a:ext cx="1598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查表</a:t>
            </a:r>
          </a:p>
        </p:txBody>
      </p:sp>
      <p:sp>
        <p:nvSpPr>
          <p:cNvPr id="53256" name="Rectangle 8">
            <a:extLst>
              <a:ext uri="{FF2B5EF4-FFF2-40B4-BE49-F238E27FC236}">
                <a16:creationId xmlns:a16="http://schemas.microsoft.com/office/drawing/2014/main" id="{19D6F6D9-98CD-505F-AB6C-D5860A1E5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2809875"/>
            <a:ext cx="3143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列变形几何方程</a:t>
            </a:r>
          </a:p>
        </p:txBody>
      </p:sp>
      <p:graphicFrame>
        <p:nvGraphicFramePr>
          <p:cNvPr id="53257" name="Object 9">
            <a:extLst>
              <a:ext uri="{FF2B5EF4-FFF2-40B4-BE49-F238E27FC236}">
                <a16:creationId xmlns:a16="http://schemas.microsoft.com/office/drawing/2014/main" id="{79EF9022-C942-A38D-37EA-ECC7AE522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7288" y="5715000"/>
          <a:ext cx="20081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95336" imgH="371466" progId="Equation.DSMT4">
                  <p:embed/>
                </p:oleObj>
              </mc:Choice>
              <mc:Fallback>
                <p:oleObj name="Equation" r:id="rId2" imgW="895336" imgH="37146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5715000"/>
                        <a:ext cx="20081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10">
            <a:extLst>
              <a:ext uri="{FF2B5EF4-FFF2-40B4-BE49-F238E27FC236}">
                <a16:creationId xmlns:a16="http://schemas.microsoft.com/office/drawing/2014/main" id="{20279056-5B22-0B93-AEF3-308E23315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687513"/>
            <a:ext cx="407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  <a:r>
              <a:rPr kumimoji="1" lang="en-US" altLang="en-US" sz="2800" b="1" i="1">
                <a:latin typeface="Times New Roman" panose="02020603050405020304" pitchFamily="18" charset="0"/>
              </a:rPr>
              <a:t>F</a:t>
            </a:r>
            <a:r>
              <a:rPr kumimoji="1" lang="en-US" altLang="en-US" sz="2800" b="1" i="1" baseline="-25000">
                <a:latin typeface="Times New Roman" panose="02020603050405020304" pitchFamily="18" charset="0"/>
              </a:rPr>
              <a:t>By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为多余约束力</a:t>
            </a:r>
          </a:p>
        </p:txBody>
      </p:sp>
      <p:graphicFrame>
        <p:nvGraphicFramePr>
          <p:cNvPr id="13323" name="Object 11">
            <a:extLst>
              <a:ext uri="{FF2B5EF4-FFF2-40B4-BE49-F238E27FC236}">
                <a16:creationId xmlns:a16="http://schemas.microsoft.com/office/drawing/2014/main" id="{3A03A2F3-1D07-94B1-F8EE-B4499AD05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92150"/>
          <a:ext cx="3911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4" imgW="6496008" imgH="1914534" progId="StanfordGraphics">
                  <p:embed/>
                </p:oleObj>
              </mc:Choice>
              <mc:Fallback>
                <p:oleObj name="Stanford Graphics Slide" r:id="rId4" imgW="6496008" imgH="1914534" progId="StanfordGraphics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2150"/>
                        <a:ext cx="3911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2">
            <a:extLst>
              <a:ext uri="{FF2B5EF4-FFF2-40B4-BE49-F238E27FC236}">
                <a16:creationId xmlns:a16="http://schemas.microsoft.com/office/drawing/2014/main" id="{5F0E39F0-AD81-D8EA-FD02-AB47DF9BC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895475"/>
          <a:ext cx="394811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6" imgW="6543668" imgH="2390754" progId="StanfordGraphics">
                  <p:embed/>
                </p:oleObj>
              </mc:Choice>
              <mc:Fallback>
                <p:oleObj name="Stanford Graphics Slide" r:id="rId6" imgW="6543668" imgH="2390754" progId="StanfordGraphics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895475"/>
                        <a:ext cx="3948112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>
            <a:extLst>
              <a:ext uri="{FF2B5EF4-FFF2-40B4-BE49-F238E27FC236}">
                <a16:creationId xmlns:a16="http://schemas.microsoft.com/office/drawing/2014/main" id="{5AB01435-6567-C5BE-193A-27DAE6968C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4425" y="3213100"/>
          <a:ext cx="3444875" cy="25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8" imgW="5724477" imgH="4162495" progId="StanfordGraphics">
                  <p:embed/>
                </p:oleObj>
              </mc:Choice>
              <mc:Fallback>
                <p:oleObj name="Stanford Graphics Slide" r:id="rId8" imgW="5724477" imgH="4162495" progId="StanfordGraphics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213100"/>
                        <a:ext cx="3444875" cy="250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>
            <a:extLst>
              <a:ext uri="{FF2B5EF4-FFF2-40B4-BE49-F238E27FC236}">
                <a16:creationId xmlns:a16="http://schemas.microsoft.com/office/drawing/2014/main" id="{E81D1D2B-BE5F-1541-1AF9-84D0C7709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303588"/>
          <a:ext cx="2819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6860" imgH="238183" progId="Equation.3">
                  <p:embed/>
                </p:oleObj>
              </mc:Choice>
              <mc:Fallback>
                <p:oleObj name="公式" r:id="rId10" imgW="1266860" imgH="23818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303588"/>
                        <a:ext cx="2819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>
            <a:extLst>
              <a:ext uri="{FF2B5EF4-FFF2-40B4-BE49-F238E27FC236}">
                <a16:creationId xmlns:a16="http://schemas.microsoft.com/office/drawing/2014/main" id="{8803084E-9289-2D28-A8EE-8549432C9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713" y="4270375"/>
          <a:ext cx="4132262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57396" imgH="428671" progId="Equation.3">
                  <p:embed/>
                </p:oleObj>
              </mc:Choice>
              <mc:Fallback>
                <p:oleObj name="公式" r:id="rId12" imgW="1857396" imgH="42867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3" y="4270375"/>
                        <a:ext cx="4132262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Rectangle 16">
            <a:extLst>
              <a:ext uri="{FF2B5EF4-FFF2-40B4-BE49-F238E27FC236}">
                <a16:creationId xmlns:a16="http://schemas.microsoft.com/office/drawing/2014/main" id="{12D69251-9DA3-2667-B1F1-FB3B476CB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5227638"/>
            <a:ext cx="358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代入上式，解得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52" grpId="0" autoUpdateAnimBg="0"/>
      <p:bldP spid="53253" grpId="0" autoUpdateAnimBg="0"/>
      <p:bldP spid="53254" grpId="0" autoUpdateAnimBg="0"/>
      <p:bldP spid="53255" grpId="0" autoUpdateAnimBg="0"/>
      <p:bldP spid="53256" grpId="0" autoUpdateAnimBg="0"/>
      <p:bldP spid="53258" grpId="0" autoUpdateAnimBg="0"/>
      <p:bldP spid="5326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096E548-1A18-5040-08EE-466F0E1E7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175" y="60325"/>
            <a:ext cx="8489950" cy="658813"/>
          </a:xfrm>
        </p:spPr>
        <p:txBody>
          <a:bodyPr/>
          <a:lstStyle/>
          <a:p>
            <a:pPr eaLnBrk="1" hangingPunct="1"/>
            <a:r>
              <a:rPr lang="zh-CN" altLang="en-US" sz="2100" b="1">
                <a:solidFill>
                  <a:srgbClr val="0066FF"/>
                </a:solidFill>
              </a:rPr>
              <a:t>例 </a:t>
            </a:r>
            <a:r>
              <a:rPr lang="en-US" altLang="zh-CN" sz="2100" b="1">
                <a:solidFill>
                  <a:srgbClr val="0066FF"/>
                </a:solidFill>
              </a:rPr>
              <a:t>3</a:t>
            </a:r>
            <a:r>
              <a:rPr lang="en-US" altLang="zh-CN" sz="2100" b="1">
                <a:solidFill>
                  <a:srgbClr val="66FF99"/>
                </a:solidFill>
              </a:rPr>
              <a:t>  </a:t>
            </a:r>
            <a:r>
              <a:rPr lang="zh-CN" altLang="en-US" sz="2100" b="1">
                <a:solidFill>
                  <a:schemeClr val="tx1"/>
                </a:solidFill>
              </a:rPr>
              <a:t>试作图示超静定梁的剪力图和弯矩图。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4E16032-B101-B091-ED17-F114F191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9531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800" b="1">
                <a:solidFill>
                  <a:srgbClr val="66FF99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C7121CEB-A4F0-F5ED-85B8-A631784B2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146175"/>
            <a:ext cx="4094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solidFill>
                  <a:schemeClr val="fol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求静定基的支反力</a:t>
            </a:r>
            <a:endParaRPr kumimoji="1"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9969AD75-E902-03E0-C39C-0FFFE24FD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2497138"/>
            <a:ext cx="3222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>
                <a:solidFill>
                  <a:schemeClr val="fol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作</a:t>
            </a:r>
            <a:r>
              <a:rPr kumimoji="1" lang="en-US" altLang="zh-CN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图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AD7018E6-406E-2681-3350-D7F90A39A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305435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极值弯矩位置：</a:t>
            </a:r>
          </a:p>
        </p:txBody>
      </p:sp>
      <p:graphicFrame>
        <p:nvGraphicFramePr>
          <p:cNvPr id="14343" name="Object 7">
            <a:extLst>
              <a:ext uri="{FF2B5EF4-FFF2-40B4-BE49-F238E27FC236}">
                <a16:creationId xmlns:a16="http://schemas.microsoft.com/office/drawing/2014/main" id="{2EB8DFFF-0B21-9187-91E6-5DBFD0AE7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96913"/>
          <a:ext cx="3911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2" imgW="6496008" imgH="1914534" progId="StanfordGraphics">
                  <p:embed/>
                </p:oleObj>
              </mc:Choice>
              <mc:Fallback>
                <p:oleObj name="Stanford Graphics Slide" r:id="rId2" imgW="6496008" imgH="1914534" progId="StanfordGraphics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6913"/>
                        <a:ext cx="3911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F2F95AB0-C52F-B5FF-341F-8B25D1410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895475"/>
          <a:ext cx="394811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4" imgW="6543668" imgH="2390754" progId="StanfordGraphics">
                  <p:embed/>
                </p:oleObj>
              </mc:Choice>
              <mc:Fallback>
                <p:oleObj name="Stanford Graphics Slide" r:id="rId4" imgW="6543668" imgH="2390754" progId="StanfordGraphics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895475"/>
                        <a:ext cx="3948112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Rectangle 9">
            <a:extLst>
              <a:ext uri="{FF2B5EF4-FFF2-40B4-BE49-F238E27FC236}">
                <a16:creationId xmlns:a16="http://schemas.microsoft.com/office/drawing/2014/main" id="{B56B4D9F-7072-C14C-FE34-C112B912B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4305300"/>
            <a:ext cx="2079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极值弯矩：</a:t>
            </a:r>
          </a:p>
        </p:txBody>
      </p:sp>
      <p:graphicFrame>
        <p:nvGraphicFramePr>
          <p:cNvPr id="54282" name="Object 10">
            <a:extLst>
              <a:ext uri="{FF2B5EF4-FFF2-40B4-BE49-F238E27FC236}">
                <a16:creationId xmlns:a16="http://schemas.microsoft.com/office/drawing/2014/main" id="{2B1253E1-36EC-92A8-C089-95F19FC28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1673225"/>
          <a:ext cx="31972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81192" imgH="390485" progId="Equation.3">
                  <p:embed/>
                </p:oleObj>
              </mc:Choice>
              <mc:Fallback>
                <p:oleObj name="公式" r:id="rId6" imgW="1581192" imgH="3904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673225"/>
                        <a:ext cx="31972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>
            <a:extLst>
              <a:ext uri="{FF2B5EF4-FFF2-40B4-BE49-F238E27FC236}">
                <a16:creationId xmlns:a16="http://schemas.microsoft.com/office/drawing/2014/main" id="{AB5FDB62-5C3E-9900-8DA2-A181C7FD9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05163"/>
          <a:ext cx="3817938" cy="279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8" imgW="6334077" imgH="4629205" progId="StanfordGraphics">
                  <p:embed/>
                </p:oleObj>
              </mc:Choice>
              <mc:Fallback>
                <p:oleObj name="Stanford Graphics Slide" r:id="rId8" imgW="6334077" imgH="4629205" progId="StanfordGraphics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5163"/>
                        <a:ext cx="3817938" cy="279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>
            <a:extLst>
              <a:ext uri="{FF2B5EF4-FFF2-40B4-BE49-F238E27FC236}">
                <a16:creationId xmlns:a16="http://schemas.microsoft.com/office/drawing/2014/main" id="{4B3A1B5B-F233-5185-67A7-73C61500C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8" y="3519488"/>
          <a:ext cx="197643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71592" imgH="390485" progId="Equation.3">
                  <p:embed/>
                </p:oleObj>
              </mc:Choice>
              <mc:Fallback>
                <p:oleObj name="公式" r:id="rId10" imgW="971592" imgH="39048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3519488"/>
                        <a:ext cx="197643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>
            <a:extLst>
              <a:ext uri="{FF2B5EF4-FFF2-40B4-BE49-F238E27FC236}">
                <a16:creationId xmlns:a16="http://schemas.microsoft.com/office/drawing/2014/main" id="{BE193122-3C58-46E1-6DA7-F9E545872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3517900"/>
          <a:ext cx="10620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14392" imgH="390485" progId="Equation.3">
                  <p:embed/>
                </p:oleObj>
              </mc:Choice>
              <mc:Fallback>
                <p:oleObj name="公式" r:id="rId12" imgW="514392" imgH="3904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3517900"/>
                        <a:ext cx="10620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>
            <a:extLst>
              <a:ext uri="{FF2B5EF4-FFF2-40B4-BE49-F238E27FC236}">
                <a16:creationId xmlns:a16="http://schemas.microsoft.com/office/drawing/2014/main" id="{E6BBB2C0-BA27-A6E5-17BD-0DD4251FC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821238"/>
          <a:ext cx="25130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38264" imgH="390485" progId="Equation.3">
                  <p:embed/>
                </p:oleObj>
              </mc:Choice>
              <mc:Fallback>
                <p:oleObj name="公式" r:id="rId14" imgW="1238264" imgH="39048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821238"/>
                        <a:ext cx="25130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7" name="Object 15">
            <a:extLst>
              <a:ext uri="{FF2B5EF4-FFF2-40B4-BE49-F238E27FC236}">
                <a16:creationId xmlns:a16="http://schemas.microsoft.com/office/drawing/2014/main" id="{6D62B040-DB3D-1C25-6B50-D1ED6AC74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4488" y="5799138"/>
          <a:ext cx="2590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76392" imgH="390485" progId="Equation.3">
                  <p:embed/>
                </p:oleObj>
              </mc:Choice>
              <mc:Fallback>
                <p:oleObj name="公式" r:id="rId16" imgW="1276392" imgH="39048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5799138"/>
                        <a:ext cx="25908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8" name="Object 16">
            <a:extLst>
              <a:ext uri="{FF2B5EF4-FFF2-40B4-BE49-F238E27FC236}">
                <a16:creationId xmlns:a16="http://schemas.microsoft.com/office/drawing/2014/main" id="{AB6CE4C9-80F5-32BB-A018-F19837D3B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863" y="5646738"/>
          <a:ext cx="40116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90732" imgH="447690" progId="Equation.3">
                  <p:embed/>
                </p:oleObj>
              </mc:Choice>
              <mc:Fallback>
                <p:oleObj name="公式" r:id="rId18" imgW="1990732" imgH="447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5646738"/>
                        <a:ext cx="40116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77" grpId="0" autoUpdateAnimBg="0"/>
      <p:bldP spid="54278" grpId="0" autoUpdateAnimBg="0"/>
      <p:bldP spid="5428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8B9B7D4-C628-3C97-AF15-EB9328A16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175" y="60325"/>
            <a:ext cx="8489950" cy="658813"/>
          </a:xfrm>
        </p:spPr>
        <p:txBody>
          <a:bodyPr/>
          <a:lstStyle/>
          <a:p>
            <a:pPr eaLnBrk="1" hangingPunct="1"/>
            <a:r>
              <a:rPr lang="zh-CN" altLang="en-US" sz="2100" b="1">
                <a:solidFill>
                  <a:srgbClr val="0066FF"/>
                </a:solidFill>
              </a:rPr>
              <a:t>例 </a:t>
            </a:r>
            <a:r>
              <a:rPr lang="en-US" altLang="zh-CN" sz="2100" b="1">
                <a:solidFill>
                  <a:srgbClr val="0066FF"/>
                </a:solidFill>
              </a:rPr>
              <a:t>3</a:t>
            </a:r>
            <a:r>
              <a:rPr lang="en-US" altLang="zh-CN" sz="2100" b="1">
                <a:solidFill>
                  <a:srgbClr val="66FF99"/>
                </a:solidFill>
              </a:rPr>
              <a:t>  </a:t>
            </a:r>
            <a:r>
              <a:rPr lang="zh-CN" altLang="en-US" sz="2100" b="1">
                <a:solidFill>
                  <a:schemeClr val="tx1"/>
                </a:solidFill>
              </a:rPr>
              <a:t>试作图示超静定梁的剪力图和弯矩图。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B8A3F96-E256-18F2-37FA-42C23E271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9531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再解：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E6ADD1EC-B84F-48D6-A42B-AF9F9FD8F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146175"/>
            <a:ext cx="4094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r>
              <a:rPr kumimoji="1" lang="en-US" altLang="zh-CN" sz="2800" b="1">
                <a:solidFill>
                  <a:schemeClr val="fol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讨论</a:t>
            </a:r>
            <a:endParaRPr kumimoji="1"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7FAD1F4E-EA5D-D4D4-E3EF-B3F3D7AB4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1708150"/>
            <a:ext cx="3868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  <a:r>
              <a:rPr kumimoji="1" lang="en-US" altLang="en-US" sz="2800" b="1" i="1">
                <a:latin typeface="Times New Roman" panose="02020603050405020304" pitchFamily="18" charset="0"/>
              </a:rPr>
              <a:t>M</a:t>
            </a:r>
            <a:r>
              <a:rPr kumimoji="1" lang="en-US" altLang="en-US" sz="2800" b="1" i="1" baseline="-25000"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为多余约束力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29235683-D2EF-85EA-730E-1A1A46D178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96913"/>
          <a:ext cx="3911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2" imgW="6496008" imgH="1914534" progId="StanfordGraphics">
                  <p:embed/>
                </p:oleObj>
              </mc:Choice>
              <mc:Fallback>
                <p:oleObj name="Stanford Graphics Slide" r:id="rId2" imgW="6496008" imgH="1914534" progId="StanfordGraphics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6913"/>
                        <a:ext cx="3911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>
            <a:extLst>
              <a:ext uri="{FF2B5EF4-FFF2-40B4-BE49-F238E27FC236}">
                <a16:creationId xmlns:a16="http://schemas.microsoft.com/office/drawing/2014/main" id="{E4E3F653-BB75-07D2-DB97-797F78522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5013" y="1981200"/>
          <a:ext cx="4346575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4" imgW="7210460" imgH="1981249" progId="StanfordGraphics">
                  <p:embed/>
                </p:oleObj>
              </mc:Choice>
              <mc:Fallback>
                <p:oleObj name="Stanford Graphics Slide" r:id="rId4" imgW="7210460" imgH="1981249" progId="StanfordGraphics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1981200"/>
                        <a:ext cx="4346575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8">
            <a:extLst>
              <a:ext uri="{FF2B5EF4-FFF2-40B4-BE49-F238E27FC236}">
                <a16:creationId xmlns:a16="http://schemas.microsoft.com/office/drawing/2014/main" id="{394E519E-A24B-8F1D-5B44-ABB535BED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3275013"/>
            <a:ext cx="1598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查表</a:t>
            </a:r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5B2ED9E1-3D46-0CC4-BDF2-8002F32E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2198688"/>
            <a:ext cx="328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列变形几何方程</a:t>
            </a:r>
          </a:p>
        </p:txBody>
      </p:sp>
      <p:sp>
        <p:nvSpPr>
          <p:cNvPr id="55306" name="Rectangle 10">
            <a:extLst>
              <a:ext uri="{FF2B5EF4-FFF2-40B4-BE49-F238E27FC236}">
                <a16:creationId xmlns:a16="http://schemas.microsoft.com/office/drawing/2014/main" id="{5844D257-904A-DB70-D360-E215CBFF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4616450"/>
            <a:ext cx="3584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代入上式，解得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5307" name="Object 11">
            <a:extLst>
              <a:ext uri="{FF2B5EF4-FFF2-40B4-BE49-F238E27FC236}">
                <a16:creationId xmlns:a16="http://schemas.microsoft.com/office/drawing/2014/main" id="{36DF08B7-A9F1-92BE-6EC8-DAD500906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9025" y="2816225"/>
          <a:ext cx="25114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8264" imgH="219017" progId="Equation.3">
                  <p:embed/>
                </p:oleObj>
              </mc:Choice>
              <mc:Fallback>
                <p:oleObj name="公式" r:id="rId6" imgW="1238264" imgH="21901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2816225"/>
                        <a:ext cx="25114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>
            <a:extLst>
              <a:ext uri="{FF2B5EF4-FFF2-40B4-BE49-F238E27FC236}">
                <a16:creationId xmlns:a16="http://schemas.microsoft.com/office/drawing/2014/main" id="{49CCA814-7DEE-F1D2-E621-A8A192F32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3706813"/>
          <a:ext cx="3810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85992" imgH="399995" progId="Equation.3">
                  <p:embed/>
                </p:oleObj>
              </mc:Choice>
              <mc:Fallback>
                <p:oleObj name="Equation" r:id="rId8" imgW="1885992" imgH="3999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3706813"/>
                        <a:ext cx="3810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>
            <a:extLst>
              <a:ext uri="{FF2B5EF4-FFF2-40B4-BE49-F238E27FC236}">
                <a16:creationId xmlns:a16="http://schemas.microsoft.com/office/drawing/2014/main" id="{53701DB0-39E0-EFB1-E662-86AB842D1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5164138"/>
          <a:ext cx="14747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14340" imgH="371466" progId="Equation.3">
                  <p:embed/>
                </p:oleObj>
              </mc:Choice>
              <mc:Fallback>
                <p:oleObj name="公式" r:id="rId10" imgW="714340" imgH="37146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5164138"/>
                        <a:ext cx="14747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4">
            <a:extLst>
              <a:ext uri="{FF2B5EF4-FFF2-40B4-BE49-F238E27FC236}">
                <a16:creationId xmlns:a16="http://schemas.microsoft.com/office/drawing/2014/main" id="{8F3C02B7-B004-7EC2-4AED-C40E1886D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6125" y="3282950"/>
          <a:ext cx="3629025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12" imgW="6019855" imgH="4038576" progId="StanfordGraphics">
                  <p:embed/>
                </p:oleObj>
              </mc:Choice>
              <mc:Fallback>
                <p:oleObj name="Stanford Graphics Slide" r:id="rId12" imgW="6019855" imgH="4038576" progId="StanfordGraphics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25" y="3282950"/>
                        <a:ext cx="3629025" cy="243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utoUpdateAnimBg="0"/>
      <p:bldP spid="55301" grpId="0" autoUpdateAnimBg="0"/>
      <p:bldP spid="55304" grpId="0" autoUpdateAnimBg="0"/>
      <p:bldP spid="55305" grpId="0" autoUpdateAnimBg="0"/>
      <p:bldP spid="5530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CF4C63D-EF76-F123-7EB2-ED36CAF49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175" y="60325"/>
            <a:ext cx="8489950" cy="658813"/>
          </a:xfrm>
        </p:spPr>
        <p:txBody>
          <a:bodyPr/>
          <a:lstStyle/>
          <a:p>
            <a:pPr eaLnBrk="1" hangingPunct="1"/>
            <a:r>
              <a:rPr lang="zh-CN" altLang="en-US" sz="2100" b="1">
                <a:solidFill>
                  <a:srgbClr val="0066FF"/>
                </a:solidFill>
              </a:rPr>
              <a:t>例 </a:t>
            </a:r>
            <a:r>
              <a:rPr lang="en-US" altLang="zh-CN" sz="2100" b="1">
                <a:solidFill>
                  <a:srgbClr val="0066FF"/>
                </a:solidFill>
              </a:rPr>
              <a:t>3</a:t>
            </a:r>
            <a:r>
              <a:rPr lang="en-US" altLang="zh-CN" sz="2100" b="1">
                <a:solidFill>
                  <a:srgbClr val="66FF99"/>
                </a:solidFill>
              </a:rPr>
              <a:t>  </a:t>
            </a:r>
            <a:r>
              <a:rPr lang="zh-CN" altLang="en-US" sz="2100" b="1">
                <a:solidFill>
                  <a:schemeClr val="tx1"/>
                </a:solidFill>
              </a:rPr>
              <a:t>试作图示超静定梁的剪力图和弯矩图。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96607428-77B8-712E-93A0-980348AE1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146175"/>
            <a:ext cx="4094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folHlink"/>
                </a:solidFill>
                <a:latin typeface="宋体" panose="02010600030101010101" pitchFamily="2" charset="-122"/>
              </a:rPr>
              <a:t>讨论：</a:t>
            </a:r>
            <a:endParaRPr kumimoji="1"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283466A6-FC9B-8752-6723-14A4E3007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1708150"/>
            <a:ext cx="4373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能否设</a:t>
            </a:r>
            <a:r>
              <a:rPr kumimoji="1" lang="en-US" altLang="en-US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en-US" sz="2800" b="1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Ay</a:t>
            </a:r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为多余约束力</a:t>
            </a:r>
            <a:r>
              <a: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?</a:t>
            </a:r>
            <a:endParaRPr kumimoji="1"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389" name="Object 6">
            <a:extLst>
              <a:ext uri="{FF2B5EF4-FFF2-40B4-BE49-F238E27FC236}">
                <a16:creationId xmlns:a16="http://schemas.microsoft.com/office/drawing/2014/main" id="{7ED49395-257C-EA1B-45D7-C858AC46B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96913"/>
          <a:ext cx="3911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2" imgW="6496008" imgH="1914534" progId="StanfordGraphics">
                  <p:embed/>
                </p:oleObj>
              </mc:Choice>
              <mc:Fallback>
                <p:oleObj name="Stanford Graphics Slide" r:id="rId2" imgW="6496008" imgH="1914534" progId="StanfordGraphics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6913"/>
                        <a:ext cx="3911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Rectangle 7">
            <a:extLst>
              <a:ext uri="{FF2B5EF4-FFF2-40B4-BE49-F238E27FC236}">
                <a16:creationId xmlns:a16="http://schemas.microsoft.com/office/drawing/2014/main" id="{27825CDC-919F-C5BE-6472-7969A9E6C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5211763"/>
            <a:ext cx="5737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静定基的选取不是唯一的</a:t>
            </a:r>
          </a:p>
        </p:txBody>
      </p:sp>
      <p:sp>
        <p:nvSpPr>
          <p:cNvPr id="56328" name="Rectangle 8">
            <a:extLst>
              <a:ext uri="{FF2B5EF4-FFF2-40B4-BE49-F238E27FC236}">
                <a16:creationId xmlns:a16="http://schemas.microsoft.com/office/drawing/2014/main" id="{2658885B-4C4A-B3D0-BEA5-8D527424B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5235575"/>
            <a:ext cx="1703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kumimoji="1" lang="en-US" altLang="zh-CN" sz="2800" b="1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9" name="Rectangle 9">
            <a:extLst>
              <a:ext uri="{FF2B5EF4-FFF2-40B4-BE49-F238E27FC236}">
                <a16:creationId xmlns:a16="http://schemas.microsoft.com/office/drawing/2014/main" id="{5A1872FC-3AAB-D203-A81C-F34A19AA8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0" y="5730875"/>
            <a:ext cx="5440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静定基必须是几何不变的</a:t>
            </a:r>
          </a:p>
        </p:txBody>
      </p:sp>
      <p:graphicFrame>
        <p:nvGraphicFramePr>
          <p:cNvPr id="56330" name="Object 10">
            <a:extLst>
              <a:ext uri="{FF2B5EF4-FFF2-40B4-BE49-F238E27FC236}">
                <a16:creationId xmlns:a16="http://schemas.microsoft.com/office/drawing/2014/main" id="{14404FDB-ACD8-B3B5-D687-EED6A1A9F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5838" y="1928813"/>
          <a:ext cx="3386137" cy="243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tanford Graphics Slide" r:id="rId4" imgW="5619736" imgH="4038576" progId="StanfordGraphics">
                  <p:embed/>
                </p:oleObj>
              </mc:Choice>
              <mc:Fallback>
                <p:oleObj name="Stanford Graphics Slide" r:id="rId4" imgW="5619736" imgH="4038576" progId="StanfordGraphics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1928813"/>
                        <a:ext cx="3386137" cy="243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Rectangle 11">
            <a:extLst>
              <a:ext uri="{FF2B5EF4-FFF2-40B4-BE49-F238E27FC236}">
                <a16:creationId xmlns:a16="http://schemas.microsoft.com/office/drawing/2014/main" id="{682AC754-3E74-247C-5A74-63A7BCF39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8" y="4503738"/>
            <a:ext cx="7932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几何可变的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平衡的位置是不稳定的</a:t>
            </a:r>
            <a:endParaRPr kumimoji="1" lang="zh-CN" altLang="en-US" sz="28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  <p:bldP spid="56327" grpId="0" autoUpdateAnimBg="0"/>
      <p:bldP spid="56328" grpId="0" autoUpdateAnimBg="0"/>
      <p:bldP spid="56329" grpId="0" autoUpdateAnimBg="0"/>
      <p:bldP spid="5633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8" name="AutoShape 14">
            <a:extLst>
              <a:ext uri="{FF2B5EF4-FFF2-40B4-BE49-F238E27FC236}">
                <a16:creationId xmlns:a16="http://schemas.microsoft.com/office/drawing/2014/main" id="{6F0D4669-DE04-E6C1-7795-364A5789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196975"/>
            <a:ext cx="2114550" cy="1020763"/>
          </a:xfrm>
          <a:prstGeom prst="diamond">
            <a:avLst/>
          </a:prstGeom>
          <a:solidFill>
            <a:srgbClr val="0000FF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静定问题吗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05ED21B-B137-BE8C-77BB-C48C0918A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029200"/>
            <a:ext cx="3454400" cy="414338"/>
          </a:xfrm>
          <a:prstGeom prst="rect">
            <a:avLst/>
          </a:prstGeom>
          <a:solidFill>
            <a:srgbClr val="800000"/>
          </a:solidFill>
          <a:ln w="12700" cap="sq" algn="ctr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变形几何关系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85AA6B71-A3E4-5063-A99C-EFB2FC47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6388" y="4005263"/>
            <a:ext cx="3454400" cy="414337"/>
          </a:xfrm>
          <a:prstGeom prst="rect">
            <a:avLst/>
          </a:prstGeom>
          <a:solidFill>
            <a:srgbClr val="800000"/>
          </a:solidFill>
          <a:ln w="12700" cap="sq" algn="ctr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力与变形间的物理关系</a:t>
            </a:r>
          </a:p>
        </p:txBody>
      </p:sp>
      <p:sp>
        <p:nvSpPr>
          <p:cNvPr id="72720" name="Rectangle 16">
            <a:extLst>
              <a:ext uri="{FF2B5EF4-FFF2-40B4-BE49-F238E27FC236}">
                <a16:creationId xmlns:a16="http://schemas.microsoft.com/office/drawing/2014/main" id="{32C97806-6497-D063-00AA-5155A0C7A10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43213" y="3013075"/>
            <a:ext cx="3454400" cy="414338"/>
          </a:xfrm>
          <a:prstGeom prst="rect">
            <a:avLst/>
          </a:prstGeom>
          <a:solidFill>
            <a:srgbClr val="8000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分析物体的平衡条件</a:t>
            </a:r>
          </a:p>
        </p:txBody>
      </p:sp>
      <p:grpSp>
        <p:nvGrpSpPr>
          <p:cNvPr id="72748" name="Group 44">
            <a:extLst>
              <a:ext uri="{FF2B5EF4-FFF2-40B4-BE49-F238E27FC236}">
                <a16:creationId xmlns:a16="http://schemas.microsoft.com/office/drawing/2014/main" id="{BFCE7C85-E0A6-9D1E-1013-C1CEFAF6F09C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3014663"/>
            <a:ext cx="2209800" cy="414337"/>
            <a:chOff x="399" y="1899"/>
            <a:chExt cx="1392" cy="261"/>
          </a:xfrm>
        </p:grpSpPr>
        <p:sp>
          <p:nvSpPr>
            <p:cNvPr id="17447" name="Rectangle 15">
              <a:extLst>
                <a:ext uri="{FF2B5EF4-FFF2-40B4-BE49-F238E27FC236}">
                  <a16:creationId xmlns:a16="http://schemas.microsoft.com/office/drawing/2014/main" id="{76A890F8-DA3E-E7FA-F4AF-DAA4CF77E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1899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内力计算</a:t>
              </a:r>
            </a:p>
          </p:txBody>
        </p:sp>
        <p:cxnSp>
          <p:nvCxnSpPr>
            <p:cNvPr id="17448" name="AutoShape 17">
              <a:extLst>
                <a:ext uri="{FF2B5EF4-FFF2-40B4-BE49-F238E27FC236}">
                  <a16:creationId xmlns:a16="http://schemas.microsoft.com/office/drawing/2014/main" id="{58248A89-CA69-E0B6-411D-3CA3D04D64B2}"/>
                </a:ext>
              </a:extLst>
            </p:cNvPr>
            <p:cNvCxnSpPr>
              <a:cxnSpLocks noChangeShapeType="1"/>
              <a:stCxn id="17447" idx="3"/>
              <a:endCxn id="72720" idx="3"/>
            </p:cNvCxnSpPr>
            <p:nvPr/>
          </p:nvCxnSpPr>
          <p:spPr bwMode="auto">
            <a:xfrm flipV="1">
              <a:off x="1263" y="2028"/>
              <a:ext cx="528" cy="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2742" name="Text Box 38">
            <a:extLst>
              <a:ext uri="{FF2B5EF4-FFF2-40B4-BE49-F238E27FC236}">
                <a16:creationId xmlns:a16="http://schemas.microsoft.com/office/drawing/2014/main" id="{C5477ECC-BDAD-A7EC-648D-1FC03C4B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734050"/>
            <a:ext cx="1409700" cy="41116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逐个求解</a:t>
            </a:r>
          </a:p>
        </p:txBody>
      </p:sp>
      <p:sp>
        <p:nvSpPr>
          <p:cNvPr id="72743" name="Text Box 39">
            <a:extLst>
              <a:ext uri="{FF2B5EF4-FFF2-40B4-BE49-F238E27FC236}">
                <a16:creationId xmlns:a16="http://schemas.microsoft.com/office/drawing/2014/main" id="{66B2DAB1-A0FD-2B38-0083-FC4E4C4B6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5734050"/>
            <a:ext cx="1409700" cy="41116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联立求解</a:t>
            </a:r>
          </a:p>
        </p:txBody>
      </p:sp>
      <p:sp>
        <p:nvSpPr>
          <p:cNvPr id="17417" name="Text Box 40">
            <a:extLst>
              <a:ext uri="{FF2B5EF4-FFF2-40B4-BE49-F238E27FC236}">
                <a16:creationId xmlns:a16="http://schemas.microsoft.com/office/drawing/2014/main" id="{5B5A2CC6-A380-4B6E-B8E0-282C0D5B1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33375"/>
            <a:ext cx="6119813" cy="654050"/>
          </a:xfrm>
          <a:prstGeom prst="rect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直梁的一般求解方法</a:t>
            </a:r>
          </a:p>
        </p:txBody>
      </p:sp>
      <p:grpSp>
        <p:nvGrpSpPr>
          <p:cNvPr id="72747" name="Group 43">
            <a:extLst>
              <a:ext uri="{FF2B5EF4-FFF2-40B4-BE49-F238E27FC236}">
                <a16:creationId xmlns:a16="http://schemas.microsoft.com/office/drawing/2014/main" id="{7BC32E3B-A4C2-406D-4C85-6BF5A8960E17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274763"/>
            <a:ext cx="2592387" cy="1649412"/>
            <a:chOff x="567" y="803"/>
            <a:chExt cx="1633" cy="1039"/>
          </a:xfrm>
        </p:grpSpPr>
        <p:sp>
          <p:nvSpPr>
            <p:cNvPr id="17445" name="Text Box 31">
              <a:extLst>
                <a:ext uri="{FF2B5EF4-FFF2-40B4-BE49-F238E27FC236}">
                  <a16:creationId xmlns:a16="http://schemas.microsoft.com/office/drawing/2014/main" id="{E6B663C2-EE56-4F8B-6BD3-5C88772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0" y="803"/>
              <a:ext cx="329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7446" name="AutoShape 42">
              <a:extLst>
                <a:ext uri="{FF2B5EF4-FFF2-40B4-BE49-F238E27FC236}">
                  <a16:creationId xmlns:a16="http://schemas.microsoft.com/office/drawing/2014/main" id="{42D9F614-1F05-8F79-E667-6B3242D00C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67" y="1026"/>
              <a:ext cx="1633" cy="816"/>
            </a:xfrm>
            <a:custGeom>
              <a:avLst/>
              <a:gdLst>
                <a:gd name="T0" fmla="*/ 105 w 21600"/>
                <a:gd name="T1" fmla="*/ 0 h 21600"/>
                <a:gd name="T2" fmla="*/ 86 w 21600"/>
                <a:gd name="T3" fmla="*/ 9 h 21600"/>
                <a:gd name="T4" fmla="*/ 0 w 21600"/>
                <a:gd name="T5" fmla="*/ 30 h 21600"/>
                <a:gd name="T6" fmla="*/ 54 w 21600"/>
                <a:gd name="T7" fmla="*/ 31 h 21600"/>
                <a:gd name="T8" fmla="*/ 107 w 21600"/>
                <a:gd name="T9" fmla="*/ 21 h 21600"/>
                <a:gd name="T10" fmla="*/ 123 w 21600"/>
                <a:gd name="T11" fmla="*/ 9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20594 h 21600"/>
                <a:gd name="T20" fmla="*/ 18769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327" y="0"/>
                  </a:moveTo>
                  <a:lnTo>
                    <a:pt x="15054" y="6575"/>
                  </a:lnTo>
                  <a:lnTo>
                    <a:pt x="17887" y="6575"/>
                  </a:lnTo>
                  <a:lnTo>
                    <a:pt x="17887" y="20587"/>
                  </a:lnTo>
                  <a:lnTo>
                    <a:pt x="0" y="20587"/>
                  </a:lnTo>
                  <a:lnTo>
                    <a:pt x="0" y="21600"/>
                  </a:lnTo>
                  <a:lnTo>
                    <a:pt x="18767" y="21600"/>
                  </a:lnTo>
                  <a:lnTo>
                    <a:pt x="18767" y="6575"/>
                  </a:lnTo>
                  <a:lnTo>
                    <a:pt x="21600" y="6575"/>
                  </a:lnTo>
                  <a:lnTo>
                    <a:pt x="1832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751" name="Group 47">
            <a:extLst>
              <a:ext uri="{FF2B5EF4-FFF2-40B4-BE49-F238E27FC236}">
                <a16:creationId xmlns:a16="http://schemas.microsoft.com/office/drawing/2014/main" id="{B440E732-8B14-F8DF-431B-7A153F45AF37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3500438"/>
            <a:ext cx="2209800" cy="919162"/>
            <a:chOff x="399" y="2205"/>
            <a:chExt cx="1392" cy="579"/>
          </a:xfrm>
        </p:grpSpPr>
        <p:sp>
          <p:nvSpPr>
            <p:cNvPr id="17442" name="Rectangle 10">
              <a:extLst>
                <a:ext uri="{FF2B5EF4-FFF2-40B4-BE49-F238E27FC236}">
                  <a16:creationId xmlns:a16="http://schemas.microsoft.com/office/drawing/2014/main" id="{C88CE477-03E9-2D71-EB4A-E2A7EF99E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2523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应力计算</a:t>
              </a:r>
            </a:p>
          </p:txBody>
        </p:sp>
        <p:sp>
          <p:nvSpPr>
            <p:cNvPr id="17443" name="Line 41">
              <a:extLst>
                <a:ext uri="{FF2B5EF4-FFF2-40B4-BE49-F238E27FC236}">
                  <a16:creationId xmlns:a16="http://schemas.microsoft.com/office/drawing/2014/main" id="{4B7E0764-BB7C-056F-92A7-2E2AD16C9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659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AutoShape 46">
              <a:extLst>
                <a:ext uri="{FF2B5EF4-FFF2-40B4-BE49-F238E27FC236}">
                  <a16:creationId xmlns:a16="http://schemas.microsoft.com/office/drawing/2014/main" id="{9433E729-D525-CCE9-7A45-79F12AB7A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205"/>
              <a:ext cx="136" cy="318"/>
            </a:xfrm>
            <a:prstGeom prst="downArrow">
              <a:avLst>
                <a:gd name="adj1" fmla="val 50000"/>
                <a:gd name="adj2" fmla="val 5845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2756" name="Group 52">
            <a:extLst>
              <a:ext uri="{FF2B5EF4-FFF2-40B4-BE49-F238E27FC236}">
                <a16:creationId xmlns:a16="http://schemas.microsoft.com/office/drawing/2014/main" id="{B7EA85B0-B9D6-EB90-5F21-7DEBACD7D405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4508500"/>
            <a:ext cx="2209800" cy="935038"/>
            <a:chOff x="399" y="2840"/>
            <a:chExt cx="1392" cy="589"/>
          </a:xfrm>
        </p:grpSpPr>
        <p:cxnSp>
          <p:nvCxnSpPr>
            <p:cNvPr id="17439" name="AutoShape 5">
              <a:extLst>
                <a:ext uri="{FF2B5EF4-FFF2-40B4-BE49-F238E27FC236}">
                  <a16:creationId xmlns:a16="http://schemas.microsoft.com/office/drawing/2014/main" id="{7719A857-8F10-1D15-1087-949ACE2B42F4}"/>
                </a:ext>
              </a:extLst>
            </p:cNvPr>
            <p:cNvCxnSpPr>
              <a:cxnSpLocks noChangeShapeType="1"/>
              <a:stCxn id="17440" idx="3"/>
              <a:endCxn id="72707" idx="1"/>
            </p:cNvCxnSpPr>
            <p:nvPr/>
          </p:nvCxnSpPr>
          <p:spPr bwMode="auto">
            <a:xfrm>
              <a:off x="1263" y="3299"/>
              <a:ext cx="528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440" name="Rectangle 7">
              <a:extLst>
                <a:ext uri="{FF2B5EF4-FFF2-40B4-BE49-F238E27FC236}">
                  <a16:creationId xmlns:a16="http://schemas.microsoft.com/office/drawing/2014/main" id="{A2C2099D-472D-04F0-966A-E65A11455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3168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变形计算</a:t>
              </a:r>
            </a:p>
          </p:txBody>
        </p:sp>
        <p:sp>
          <p:nvSpPr>
            <p:cNvPr id="17441" name="AutoShape 51">
              <a:extLst>
                <a:ext uri="{FF2B5EF4-FFF2-40B4-BE49-F238E27FC236}">
                  <a16:creationId xmlns:a16="http://schemas.microsoft.com/office/drawing/2014/main" id="{001D196A-AC45-9968-B70D-FBD2EBE8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840"/>
              <a:ext cx="136" cy="318"/>
            </a:xfrm>
            <a:prstGeom prst="downArrow">
              <a:avLst>
                <a:gd name="adj1" fmla="val 50000"/>
                <a:gd name="adj2" fmla="val 5845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2772" name="Group 68">
            <a:extLst>
              <a:ext uri="{FF2B5EF4-FFF2-40B4-BE49-F238E27FC236}">
                <a16:creationId xmlns:a16="http://schemas.microsoft.com/office/drawing/2014/main" id="{3083BADB-FB59-094C-2CE4-C1DABFD2AE3F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1317625"/>
            <a:ext cx="1225550" cy="2832100"/>
            <a:chOff x="3560" y="830"/>
            <a:chExt cx="772" cy="1784"/>
          </a:xfrm>
        </p:grpSpPr>
        <p:sp>
          <p:nvSpPr>
            <p:cNvPr id="17437" name="Text Box 37">
              <a:extLst>
                <a:ext uri="{FF2B5EF4-FFF2-40B4-BE49-F238E27FC236}">
                  <a16:creationId xmlns:a16="http://schemas.microsoft.com/office/drawing/2014/main" id="{61C18351-89B6-78F1-ACB5-E41F81696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830"/>
              <a:ext cx="28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7438" name="AutoShape 55">
              <a:extLst>
                <a:ext uri="{FF2B5EF4-FFF2-40B4-BE49-F238E27FC236}">
                  <a16:creationId xmlns:a16="http://schemas.microsoft.com/office/drawing/2014/main" id="{1AC3772F-1689-514E-0215-D9881C9AA2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60" y="1071"/>
              <a:ext cx="772" cy="1543"/>
            </a:xfrm>
            <a:custGeom>
              <a:avLst/>
              <a:gdLst>
                <a:gd name="T0" fmla="*/ 23 w 21600"/>
                <a:gd name="T1" fmla="*/ 0 h 21600"/>
                <a:gd name="T2" fmla="*/ 19 w 21600"/>
                <a:gd name="T3" fmla="*/ 34 h 21600"/>
                <a:gd name="T4" fmla="*/ 0 w 21600"/>
                <a:gd name="T5" fmla="*/ 108 h 21600"/>
                <a:gd name="T6" fmla="*/ 12 w 21600"/>
                <a:gd name="T7" fmla="*/ 110 h 21600"/>
                <a:gd name="T8" fmla="*/ 24 w 21600"/>
                <a:gd name="T9" fmla="*/ 74 h 21600"/>
                <a:gd name="T10" fmla="*/ 28 w 21600"/>
                <a:gd name="T11" fmla="*/ 34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20592 h 21600"/>
                <a:gd name="T20" fmla="*/ 1877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327" y="0"/>
                  </a:moveTo>
                  <a:lnTo>
                    <a:pt x="15054" y="6575"/>
                  </a:lnTo>
                  <a:lnTo>
                    <a:pt x="17887" y="6575"/>
                  </a:lnTo>
                  <a:lnTo>
                    <a:pt x="17887" y="20587"/>
                  </a:lnTo>
                  <a:lnTo>
                    <a:pt x="0" y="20587"/>
                  </a:lnTo>
                  <a:lnTo>
                    <a:pt x="0" y="21600"/>
                  </a:lnTo>
                  <a:lnTo>
                    <a:pt x="18767" y="21600"/>
                  </a:lnTo>
                  <a:lnTo>
                    <a:pt x="18767" y="6575"/>
                  </a:lnTo>
                  <a:lnTo>
                    <a:pt x="21600" y="6575"/>
                  </a:lnTo>
                  <a:lnTo>
                    <a:pt x="1832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771" name="Group 67">
            <a:extLst>
              <a:ext uri="{FF2B5EF4-FFF2-40B4-BE49-F238E27FC236}">
                <a16:creationId xmlns:a16="http://schemas.microsoft.com/office/drawing/2014/main" id="{1C92BF44-5218-FE3C-E012-99425CD7D949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2924175"/>
            <a:ext cx="1571625" cy="2536825"/>
            <a:chOff x="4366" y="1888"/>
            <a:chExt cx="990" cy="1598"/>
          </a:xfrm>
        </p:grpSpPr>
        <p:cxnSp>
          <p:nvCxnSpPr>
            <p:cNvPr id="17429" name="AutoShape 13">
              <a:extLst>
                <a:ext uri="{FF2B5EF4-FFF2-40B4-BE49-F238E27FC236}">
                  <a16:creationId xmlns:a16="http://schemas.microsoft.com/office/drawing/2014/main" id="{6FC2C373-695A-C4D5-B319-9CA1EE1C2265}"/>
                </a:ext>
              </a:extLst>
            </p:cNvPr>
            <p:cNvCxnSpPr>
              <a:cxnSpLocks noChangeShapeType="1"/>
              <a:stCxn id="17431" idx="0"/>
              <a:endCxn id="17432" idx="2"/>
            </p:cNvCxnSpPr>
            <p:nvPr/>
          </p:nvCxnSpPr>
          <p:spPr bwMode="auto">
            <a:xfrm flipV="1">
              <a:off x="4924" y="2841"/>
              <a:ext cx="0" cy="3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430" name="Rectangle 20">
              <a:extLst>
                <a:ext uri="{FF2B5EF4-FFF2-40B4-BE49-F238E27FC236}">
                  <a16:creationId xmlns:a16="http://schemas.microsoft.com/office/drawing/2014/main" id="{F3CADEBD-3314-AE7F-DB3E-78032B3C6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1888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内力计算</a:t>
              </a:r>
            </a:p>
          </p:txBody>
        </p:sp>
        <p:sp>
          <p:nvSpPr>
            <p:cNvPr id="17431" name="Rectangle 21">
              <a:extLst>
                <a:ext uri="{FF2B5EF4-FFF2-40B4-BE49-F238E27FC236}">
                  <a16:creationId xmlns:a16="http://schemas.microsoft.com/office/drawing/2014/main" id="{D3F52844-B041-F86B-278C-DB8777F6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3225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变形计算</a:t>
              </a:r>
            </a:p>
          </p:txBody>
        </p:sp>
        <p:sp>
          <p:nvSpPr>
            <p:cNvPr id="17432" name="Rectangle 22">
              <a:extLst>
                <a:ext uri="{FF2B5EF4-FFF2-40B4-BE49-F238E27FC236}">
                  <a16:creationId xmlns:a16="http://schemas.microsoft.com/office/drawing/2014/main" id="{AFFB66DA-F443-1333-C8A7-4D3052A7A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2580"/>
              <a:ext cx="864" cy="261"/>
            </a:xfrm>
            <a:prstGeom prst="rect">
              <a:avLst/>
            </a:prstGeom>
            <a:solidFill>
              <a:srgbClr val="0000FF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应力计算</a:t>
              </a:r>
            </a:p>
          </p:txBody>
        </p:sp>
        <p:cxnSp>
          <p:nvCxnSpPr>
            <p:cNvPr id="17433" name="AutoShape 23">
              <a:extLst>
                <a:ext uri="{FF2B5EF4-FFF2-40B4-BE49-F238E27FC236}">
                  <a16:creationId xmlns:a16="http://schemas.microsoft.com/office/drawing/2014/main" id="{56E2025C-EB23-C135-0C18-790EDFEB4697}"/>
                </a:ext>
              </a:extLst>
            </p:cNvPr>
            <p:cNvCxnSpPr>
              <a:cxnSpLocks noChangeShapeType="1"/>
              <a:stCxn id="17432" idx="0"/>
              <a:endCxn id="17430" idx="2"/>
            </p:cNvCxnSpPr>
            <p:nvPr/>
          </p:nvCxnSpPr>
          <p:spPr bwMode="auto">
            <a:xfrm flipV="1">
              <a:off x="4924" y="2149"/>
              <a:ext cx="0" cy="43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34" name="AutoShape 24">
              <a:extLst>
                <a:ext uri="{FF2B5EF4-FFF2-40B4-BE49-F238E27FC236}">
                  <a16:creationId xmlns:a16="http://schemas.microsoft.com/office/drawing/2014/main" id="{28E87497-C4BA-6E9F-F1BC-AC265AB7F6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4366" y="2019"/>
              <a:ext cx="117" cy="1337"/>
            </a:xfrm>
            <a:prstGeom prst="bentConnector2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35" name="AutoShape 25">
              <a:extLst>
                <a:ext uri="{FF2B5EF4-FFF2-40B4-BE49-F238E27FC236}">
                  <a16:creationId xmlns:a16="http://schemas.microsoft.com/office/drawing/2014/main" id="{BEE9C10E-3B31-5B5C-EDE8-E5EC370F5492}"/>
                </a:ext>
              </a:extLst>
            </p:cNvPr>
            <p:cNvCxnSpPr>
              <a:cxnSpLocks noChangeShapeType="1"/>
              <a:endCxn id="17431" idx="1"/>
            </p:cNvCxnSpPr>
            <p:nvPr/>
          </p:nvCxnSpPr>
          <p:spPr bwMode="auto">
            <a:xfrm>
              <a:off x="4366" y="3356"/>
              <a:ext cx="12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36" name="AutoShape 62">
              <a:extLst>
                <a:ext uri="{FF2B5EF4-FFF2-40B4-BE49-F238E27FC236}">
                  <a16:creationId xmlns:a16="http://schemas.microsoft.com/office/drawing/2014/main" id="{8BE57B0A-642D-F5CB-C13C-2A99C73B99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48" y="1904"/>
              <a:ext cx="12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773" name="Group 69">
            <a:extLst>
              <a:ext uri="{FF2B5EF4-FFF2-40B4-BE49-F238E27FC236}">
                <a16:creationId xmlns:a16="http://schemas.microsoft.com/office/drawing/2014/main" id="{F4D8DAF4-C4CF-1FF4-A6F7-277AA485C019}"/>
              </a:ext>
            </a:extLst>
          </p:cNvPr>
          <p:cNvGrpSpPr>
            <a:grpSpLocks/>
          </p:cNvGrpSpPr>
          <p:nvPr/>
        </p:nvGrpSpPr>
        <p:grpSpPr bwMode="auto">
          <a:xfrm>
            <a:off x="6297613" y="3219450"/>
            <a:ext cx="612775" cy="2009775"/>
            <a:chOff x="3967" y="2028"/>
            <a:chExt cx="386" cy="1266"/>
          </a:xfrm>
        </p:grpSpPr>
        <p:grpSp>
          <p:nvGrpSpPr>
            <p:cNvPr id="17424" name="Group 65">
              <a:extLst>
                <a:ext uri="{FF2B5EF4-FFF2-40B4-BE49-F238E27FC236}">
                  <a16:creationId xmlns:a16="http://schemas.microsoft.com/office/drawing/2014/main" id="{094E767D-3DFF-2C3A-F8DF-7575949035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7" y="2028"/>
              <a:ext cx="92" cy="1266"/>
              <a:chOff x="3967" y="2028"/>
              <a:chExt cx="92" cy="1266"/>
            </a:xfrm>
          </p:grpSpPr>
          <p:cxnSp>
            <p:nvCxnSpPr>
              <p:cNvPr id="17426" name="AutoShape 61">
                <a:extLst>
                  <a:ext uri="{FF2B5EF4-FFF2-40B4-BE49-F238E27FC236}">
                    <a16:creationId xmlns:a16="http://schemas.microsoft.com/office/drawing/2014/main" id="{9B654280-2CD9-5173-7F01-2389FD45895E}"/>
                  </a:ext>
                </a:extLst>
              </p:cNvPr>
              <p:cNvCxnSpPr>
                <a:cxnSpLocks noChangeShapeType="1"/>
                <a:stCxn id="72720" idx="1"/>
              </p:cNvCxnSpPr>
              <p:nvPr/>
            </p:nvCxnSpPr>
            <p:spPr bwMode="auto">
              <a:xfrm>
                <a:off x="3967" y="2028"/>
                <a:ext cx="92" cy="1266"/>
              </a:xfrm>
              <a:prstGeom prst="bentConnector2">
                <a:avLst/>
              </a:prstGeom>
              <a:noFill/>
              <a:ln w="254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427" name="AutoShape 63">
                <a:extLst>
                  <a:ext uri="{FF2B5EF4-FFF2-40B4-BE49-F238E27FC236}">
                    <a16:creationId xmlns:a16="http://schemas.microsoft.com/office/drawing/2014/main" id="{29CAA658-33E4-EB8E-EFEC-525370A839C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9" y="2659"/>
                <a:ext cx="90" cy="0"/>
              </a:xfrm>
              <a:prstGeom prst="straightConnector1">
                <a:avLst/>
              </a:prstGeom>
              <a:noFill/>
              <a:ln w="25400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428" name="AutoShape 64">
                <a:extLst>
                  <a:ext uri="{FF2B5EF4-FFF2-40B4-BE49-F238E27FC236}">
                    <a16:creationId xmlns:a16="http://schemas.microsoft.com/office/drawing/2014/main" id="{19D2D666-F4E4-3607-700E-96FC91598E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9" y="3294"/>
                <a:ext cx="90" cy="0"/>
              </a:xfrm>
              <a:prstGeom prst="straightConnector1">
                <a:avLst/>
              </a:prstGeom>
              <a:noFill/>
              <a:ln w="25400" cap="sq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7425" name="AutoShape 66">
              <a:extLst>
                <a:ext uri="{FF2B5EF4-FFF2-40B4-BE49-F238E27FC236}">
                  <a16:creationId xmlns:a16="http://schemas.microsoft.com/office/drawing/2014/main" id="{4B87F21E-6B84-4132-8409-51474F1A0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591"/>
              <a:ext cx="273" cy="136"/>
            </a:xfrm>
            <a:prstGeom prst="leftRightArrow">
              <a:avLst>
                <a:gd name="adj1" fmla="val 50000"/>
                <a:gd name="adj2" fmla="val 401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8" grpId="0" animBg="1" autoUpdateAnimBg="0"/>
      <p:bldP spid="72707" grpId="0" animBg="1"/>
      <p:bldP spid="72708" grpId="0" animBg="1"/>
      <p:bldP spid="72720" grpId="0" animBg="1"/>
      <p:bldP spid="72742" grpId="0" animBg="1" autoUpdateAnimBg="0"/>
      <p:bldP spid="7274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829" name="Object 101">
            <a:extLst>
              <a:ext uri="{FF2B5EF4-FFF2-40B4-BE49-F238E27FC236}">
                <a16:creationId xmlns:a16="http://schemas.microsoft.com/office/drawing/2014/main" id="{85D75BD3-8FCF-0482-CBCD-B4130CDB02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4400" y="4870450"/>
          <a:ext cx="19415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7268" imgH="371466" progId="Equation.3">
                  <p:embed/>
                </p:oleObj>
              </mc:Choice>
              <mc:Fallback>
                <p:oleObj name="公式" r:id="rId2" imgW="1057268" imgH="371466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4870450"/>
                        <a:ext cx="1941513" cy="7080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0" name="Object 102">
            <a:extLst>
              <a:ext uri="{FF2B5EF4-FFF2-40B4-BE49-F238E27FC236}">
                <a16:creationId xmlns:a16="http://schemas.microsoft.com/office/drawing/2014/main" id="{929AD654-FFEF-0E0A-FF99-03B1EC2CA9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5" y="4857750"/>
          <a:ext cx="18034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81123" imgH="371466" progId="Equation.3">
                  <p:embed/>
                </p:oleObj>
              </mc:Choice>
              <mc:Fallback>
                <p:oleObj name="公式" r:id="rId4" imgW="981123" imgH="371466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4857750"/>
                        <a:ext cx="1803400" cy="7096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4" name="Object 106">
            <a:extLst>
              <a:ext uri="{FF2B5EF4-FFF2-40B4-BE49-F238E27FC236}">
                <a16:creationId xmlns:a16="http://schemas.microsoft.com/office/drawing/2014/main" id="{FBB5E70A-3AF8-CD12-49B1-C0FCF56DA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3000" y="4433888"/>
          <a:ext cx="499110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14408" imgH="923910" progId="Equation.DSMT4">
                  <p:embed/>
                </p:oleObj>
              </mc:Choice>
              <mc:Fallback>
                <p:oleObj name="Equation" r:id="rId6" imgW="1314408" imgH="923910" progId="Equation.DSMT4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4433888"/>
                        <a:ext cx="4991100" cy="1874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2">
            <a:extLst>
              <a:ext uri="{FF2B5EF4-FFF2-40B4-BE49-F238E27FC236}">
                <a16:creationId xmlns:a16="http://schemas.microsoft.com/office/drawing/2014/main" id="{806759EF-0364-4271-E531-2E3D58594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</a:rPr>
              <a:t>再认识梁</a:t>
            </a:r>
            <a:r>
              <a:rPr kumimoji="1" lang="en-US" altLang="zh-CN" sz="2800" b="1">
                <a:solidFill>
                  <a:schemeClr val="tx1"/>
                </a:solidFill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对象</a:t>
            </a:r>
            <a:r>
              <a:rPr kumimoji="1" lang="en-US" altLang="zh-CN" sz="28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3838" name="Group 110">
            <a:extLst>
              <a:ext uri="{FF2B5EF4-FFF2-40B4-BE49-F238E27FC236}">
                <a16:creationId xmlns:a16="http://schemas.microsoft.com/office/drawing/2014/main" id="{D9B7EC44-59DA-EF99-417A-908CD38CD70C}"/>
              </a:ext>
            </a:extLst>
          </p:cNvPr>
          <p:cNvGrpSpPr>
            <a:grpSpLocks/>
          </p:cNvGrpSpPr>
          <p:nvPr/>
        </p:nvGrpSpPr>
        <p:grpSpPr bwMode="auto">
          <a:xfrm>
            <a:off x="4525963" y="2781300"/>
            <a:ext cx="823912" cy="1465263"/>
            <a:chOff x="2851" y="1752"/>
            <a:chExt cx="519" cy="923"/>
          </a:xfrm>
        </p:grpSpPr>
        <p:sp>
          <p:nvSpPr>
            <p:cNvPr id="18487" name="AutoShape 41">
              <a:extLst>
                <a:ext uri="{FF2B5EF4-FFF2-40B4-BE49-F238E27FC236}">
                  <a16:creationId xmlns:a16="http://schemas.microsoft.com/office/drawing/2014/main" id="{2B5970D3-571F-CDF1-5499-F4C6D3C28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2024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8488" name="Arc 55">
              <a:extLst>
                <a:ext uri="{FF2B5EF4-FFF2-40B4-BE49-F238E27FC236}">
                  <a16:creationId xmlns:a16="http://schemas.microsoft.com/office/drawing/2014/main" id="{EE1F0A18-B616-629C-BCA9-49B4F1355C3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094" y="2024"/>
              <a:ext cx="227" cy="377"/>
            </a:xfrm>
            <a:custGeom>
              <a:avLst/>
              <a:gdLst>
                <a:gd name="T0" fmla="*/ 2 w 21600"/>
                <a:gd name="T1" fmla="*/ 0 h 34115"/>
                <a:gd name="T2" fmla="*/ 1 w 21600"/>
                <a:gd name="T3" fmla="*/ 4 h 34115"/>
                <a:gd name="T4" fmla="*/ 0 w 21600"/>
                <a:gd name="T5" fmla="*/ 2 h 34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4115" fill="none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</a:path>
                <a:path w="21600" h="34115" stroke="0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  <a:lnTo>
                    <a:pt x="0" y="15471"/>
                  </a:lnTo>
                  <a:lnTo>
                    <a:pt x="1507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9" name="Rectangle 56">
              <a:extLst>
                <a:ext uri="{FF2B5EF4-FFF2-40B4-BE49-F238E27FC236}">
                  <a16:creationId xmlns:a16="http://schemas.microsoft.com/office/drawing/2014/main" id="{F0432867-B639-711D-A147-5D8E35506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387"/>
              <a:ext cx="3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sL</a:t>
              </a:r>
            </a:p>
          </p:txBody>
        </p:sp>
        <p:sp>
          <p:nvSpPr>
            <p:cNvPr id="18490" name="Rectangle 57">
              <a:extLst>
                <a:ext uri="{FF2B5EF4-FFF2-40B4-BE49-F238E27FC236}">
                  <a16:creationId xmlns:a16="http://schemas.microsoft.com/office/drawing/2014/main" id="{88F72C7E-3F6D-723A-B7F4-B52725B79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1752"/>
              <a:ext cx="3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18439" name="Group 107">
            <a:extLst>
              <a:ext uri="{FF2B5EF4-FFF2-40B4-BE49-F238E27FC236}">
                <a16:creationId xmlns:a16="http://schemas.microsoft.com/office/drawing/2014/main" id="{26592C26-4E5D-1BF5-2BB6-2EF38E6F2F2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2275"/>
            <a:ext cx="3589338" cy="1782763"/>
            <a:chOff x="2880" y="266"/>
            <a:chExt cx="2261" cy="1123"/>
          </a:xfrm>
        </p:grpSpPr>
        <p:grpSp>
          <p:nvGrpSpPr>
            <p:cNvPr id="18469" name="Group 8">
              <a:extLst>
                <a:ext uri="{FF2B5EF4-FFF2-40B4-BE49-F238E27FC236}">
                  <a16:creationId xmlns:a16="http://schemas.microsoft.com/office/drawing/2014/main" id="{180BAB5D-1999-9CB3-63CE-AC46C78A1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890"/>
              <a:ext cx="2261" cy="499"/>
              <a:chOff x="2304" y="2448"/>
              <a:chExt cx="2261" cy="499"/>
            </a:xfrm>
          </p:grpSpPr>
          <p:graphicFrame>
            <p:nvGraphicFramePr>
              <p:cNvPr id="18484" name="Object 9">
                <a:extLst>
                  <a:ext uri="{FF2B5EF4-FFF2-40B4-BE49-F238E27FC236}">
                    <a16:creationId xmlns:a16="http://schemas.microsoft.com/office/drawing/2014/main" id="{D26F988E-0DD2-9FC0-1048-CE07A8D79B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6" y="2544"/>
              <a:ext cx="389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8" imgW="617404" imgH="640135" progId="Paint.Picture">
                      <p:embed/>
                    </p:oleObj>
                  </mc:Choice>
                  <mc:Fallback>
                    <p:oleObj name="BMP 图象" r:id="rId8" imgW="617404" imgH="640135" progId="Paint.Picture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2544"/>
                            <a:ext cx="389" cy="4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85" name="Object 10">
                <a:extLst>
                  <a:ext uri="{FF2B5EF4-FFF2-40B4-BE49-F238E27FC236}">
                    <a16:creationId xmlns:a16="http://schemas.microsoft.com/office/drawing/2014/main" id="{C38E097D-BC78-CC7A-4FBA-76C6FBFF08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2544"/>
              <a:ext cx="360" cy="3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10" imgW="571671" imgH="594412" progId="Paint.Picture">
                      <p:embed/>
                    </p:oleObj>
                  </mc:Choice>
                  <mc:Fallback>
                    <p:oleObj name="BMP 图象" r:id="rId10" imgW="571671" imgH="594412" progId="Paint.Picture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544"/>
                            <a:ext cx="360" cy="3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86" name="Rectangle 11">
                <a:extLst>
                  <a:ext uri="{FF2B5EF4-FFF2-40B4-BE49-F238E27FC236}">
                    <a16:creationId xmlns:a16="http://schemas.microsoft.com/office/drawing/2014/main" id="{43743F75-A2F8-6351-0E59-C00EEA26F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8470" name="Group 12">
              <a:extLst>
                <a:ext uri="{FF2B5EF4-FFF2-40B4-BE49-F238E27FC236}">
                  <a16:creationId xmlns:a16="http://schemas.microsoft.com/office/drawing/2014/main" id="{0F1107F3-A646-9882-DB66-BA4C26347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66"/>
              <a:ext cx="1344" cy="624"/>
              <a:chOff x="3552" y="3024"/>
              <a:chExt cx="1344" cy="624"/>
            </a:xfrm>
          </p:grpSpPr>
          <p:sp>
            <p:nvSpPr>
              <p:cNvPr id="18473" name="Freeform 13">
                <a:extLst>
                  <a:ext uri="{FF2B5EF4-FFF2-40B4-BE49-F238E27FC236}">
                    <a16:creationId xmlns:a16="http://schemas.microsoft.com/office/drawing/2014/main" id="{B8B01A4B-4220-B33E-1901-B702304516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6804448" flipV="1">
                <a:off x="4006" y="2570"/>
                <a:ext cx="436" cy="1344"/>
              </a:xfrm>
              <a:custGeom>
                <a:avLst/>
                <a:gdLst>
                  <a:gd name="T0" fmla="*/ 0 w 1496"/>
                  <a:gd name="T1" fmla="*/ 918 h 1968"/>
                  <a:gd name="T2" fmla="*/ 118 w 1496"/>
                  <a:gd name="T3" fmla="*/ 694 h 1968"/>
                  <a:gd name="T4" fmla="*/ 53 w 1496"/>
                  <a:gd name="T5" fmla="*/ 268 h 1968"/>
                  <a:gd name="T6" fmla="*/ 82 w 1496"/>
                  <a:gd name="T7" fmla="*/ 0 h 19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6" h="1968">
                    <a:moveTo>
                      <a:pt x="0" y="1968"/>
                    </a:moveTo>
                    <a:cubicBezTo>
                      <a:pt x="644" y="1844"/>
                      <a:pt x="1288" y="1720"/>
                      <a:pt x="1392" y="1488"/>
                    </a:cubicBezTo>
                    <a:cubicBezTo>
                      <a:pt x="1496" y="1256"/>
                      <a:pt x="696" y="824"/>
                      <a:pt x="624" y="576"/>
                    </a:cubicBezTo>
                    <a:cubicBezTo>
                      <a:pt x="552" y="328"/>
                      <a:pt x="904" y="96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Line 14">
                <a:extLst>
                  <a:ext uri="{FF2B5EF4-FFF2-40B4-BE49-F238E27FC236}">
                    <a16:creationId xmlns:a16="http://schemas.microsoft.com/office/drawing/2014/main" id="{D86CECE0-9C88-AF95-998C-618B0CBEB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5" name="Line 15">
                <a:extLst>
                  <a:ext uri="{FF2B5EF4-FFF2-40B4-BE49-F238E27FC236}">
                    <a16:creationId xmlns:a16="http://schemas.microsoft.com/office/drawing/2014/main" id="{0E5A2346-AC41-A3BC-42F1-3398E8F87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6" name="Line 16">
                <a:extLst>
                  <a:ext uri="{FF2B5EF4-FFF2-40B4-BE49-F238E27FC236}">
                    <a16:creationId xmlns:a16="http://schemas.microsoft.com/office/drawing/2014/main" id="{FA13057E-589A-C60C-F4DF-99503FF3B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7" name="Line 17">
                <a:extLst>
                  <a:ext uri="{FF2B5EF4-FFF2-40B4-BE49-F238E27FC236}">
                    <a16:creationId xmlns:a16="http://schemas.microsoft.com/office/drawing/2014/main" id="{ED75EA5A-4572-FEF6-C9B3-25020DC7E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8" name="Line 18">
                <a:extLst>
                  <a:ext uri="{FF2B5EF4-FFF2-40B4-BE49-F238E27FC236}">
                    <a16:creationId xmlns:a16="http://schemas.microsoft.com/office/drawing/2014/main" id="{452198BA-D690-BEAB-F529-45F96B9E8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9" name="Line 19">
                <a:extLst>
                  <a:ext uri="{FF2B5EF4-FFF2-40B4-BE49-F238E27FC236}">
                    <a16:creationId xmlns:a16="http://schemas.microsoft.com/office/drawing/2014/main" id="{E607F102-7759-27F4-7BF8-B639DFA6D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0" name="Line 20">
                <a:extLst>
                  <a:ext uri="{FF2B5EF4-FFF2-40B4-BE49-F238E27FC236}">
                    <a16:creationId xmlns:a16="http://schemas.microsoft.com/office/drawing/2014/main" id="{412F5DE1-6F7A-342C-27F1-992C013A0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16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1" name="Line 21">
                <a:extLst>
                  <a:ext uri="{FF2B5EF4-FFF2-40B4-BE49-F238E27FC236}">
                    <a16:creationId xmlns:a16="http://schemas.microsoft.com/office/drawing/2014/main" id="{83FBB021-162F-ED0B-A3EC-F4C2BDE45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2" name="Line 22">
                <a:extLst>
                  <a:ext uri="{FF2B5EF4-FFF2-40B4-BE49-F238E27FC236}">
                    <a16:creationId xmlns:a16="http://schemas.microsoft.com/office/drawing/2014/main" id="{5C36EB8C-B3C0-9EB7-B245-E7C3007B3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3" name="Line 23">
                <a:extLst>
                  <a:ext uri="{FF2B5EF4-FFF2-40B4-BE49-F238E27FC236}">
                    <a16:creationId xmlns:a16="http://schemas.microsoft.com/office/drawing/2014/main" id="{7AEC52BC-2100-38BF-8592-02C5F323C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71" name="Line 63">
              <a:extLst>
                <a:ext uri="{FF2B5EF4-FFF2-40B4-BE49-F238E27FC236}">
                  <a16:creationId xmlns:a16="http://schemas.microsoft.com/office/drawing/2014/main" id="{6AFBB36F-D658-58E9-C21A-899F37DE5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7" y="407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2" name="Text Box 64">
              <a:extLst>
                <a:ext uri="{FF2B5EF4-FFF2-40B4-BE49-F238E27FC236}">
                  <a16:creationId xmlns:a16="http://schemas.microsoft.com/office/drawing/2014/main" id="{BF44862E-6160-A704-B519-0A83116A2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7" y="453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73836" name="Group 108">
            <a:extLst>
              <a:ext uri="{FF2B5EF4-FFF2-40B4-BE49-F238E27FC236}">
                <a16:creationId xmlns:a16="http://schemas.microsoft.com/office/drawing/2014/main" id="{9B2803FB-EFF6-5C7A-C1A3-D53C93C553FB}"/>
              </a:ext>
            </a:extLst>
          </p:cNvPr>
          <p:cNvGrpSpPr>
            <a:grpSpLocks/>
          </p:cNvGrpSpPr>
          <p:nvPr/>
        </p:nvGrpSpPr>
        <p:grpSpPr bwMode="auto">
          <a:xfrm>
            <a:off x="5305425" y="2438400"/>
            <a:ext cx="2192338" cy="1739900"/>
            <a:chOff x="3342" y="1536"/>
            <a:chExt cx="1381" cy="1096"/>
          </a:xfrm>
        </p:grpSpPr>
        <p:sp>
          <p:nvSpPr>
            <p:cNvPr id="18452" name="Line 58">
              <a:extLst>
                <a:ext uri="{FF2B5EF4-FFF2-40B4-BE49-F238E27FC236}">
                  <a16:creationId xmlns:a16="http://schemas.microsoft.com/office/drawing/2014/main" id="{101F3E24-B3D3-A6C5-3515-371843B86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2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3" name="Line 59">
              <a:extLst>
                <a:ext uri="{FF2B5EF4-FFF2-40B4-BE49-F238E27FC236}">
                  <a16:creationId xmlns:a16="http://schemas.microsoft.com/office/drawing/2014/main" id="{8B35BCC4-683E-702C-8B34-4A42385C5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22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60">
              <a:extLst>
                <a:ext uri="{FF2B5EF4-FFF2-40B4-BE49-F238E27FC236}">
                  <a16:creationId xmlns:a16="http://schemas.microsoft.com/office/drawing/2014/main" id="{1C33D5E6-EBE7-B65E-37E4-7727FFC78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568"/>
              <a:ext cx="12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Text Box 61">
              <a:extLst>
                <a:ext uri="{FF2B5EF4-FFF2-40B4-BE49-F238E27FC236}">
                  <a16:creationId xmlns:a16="http://schemas.microsoft.com/office/drawing/2014/main" id="{F0752F69-D659-D252-1B7E-F4664C974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232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18456" name="Group 77">
              <a:extLst>
                <a:ext uri="{FF2B5EF4-FFF2-40B4-BE49-F238E27FC236}">
                  <a16:creationId xmlns:a16="http://schemas.microsoft.com/office/drawing/2014/main" id="{0D06AC3C-DDEE-0008-420A-89F3500CDC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1536"/>
              <a:ext cx="1344" cy="624"/>
              <a:chOff x="3552" y="3024"/>
              <a:chExt cx="1344" cy="624"/>
            </a:xfrm>
          </p:grpSpPr>
          <p:sp>
            <p:nvSpPr>
              <p:cNvPr id="18458" name="Freeform 78">
                <a:extLst>
                  <a:ext uri="{FF2B5EF4-FFF2-40B4-BE49-F238E27FC236}">
                    <a16:creationId xmlns:a16="http://schemas.microsoft.com/office/drawing/2014/main" id="{C73E2113-EA5F-93D8-EB89-9DCA7B129A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804448" flipV="1">
                <a:off x="4006" y="2570"/>
                <a:ext cx="436" cy="1344"/>
              </a:xfrm>
              <a:custGeom>
                <a:avLst/>
                <a:gdLst>
                  <a:gd name="T0" fmla="*/ 0 w 1496"/>
                  <a:gd name="T1" fmla="*/ 918 h 1968"/>
                  <a:gd name="T2" fmla="*/ 118 w 1496"/>
                  <a:gd name="T3" fmla="*/ 694 h 1968"/>
                  <a:gd name="T4" fmla="*/ 53 w 1496"/>
                  <a:gd name="T5" fmla="*/ 268 h 1968"/>
                  <a:gd name="T6" fmla="*/ 82 w 1496"/>
                  <a:gd name="T7" fmla="*/ 0 h 19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6" h="1968">
                    <a:moveTo>
                      <a:pt x="0" y="1968"/>
                    </a:moveTo>
                    <a:cubicBezTo>
                      <a:pt x="644" y="1844"/>
                      <a:pt x="1288" y="1720"/>
                      <a:pt x="1392" y="1488"/>
                    </a:cubicBezTo>
                    <a:cubicBezTo>
                      <a:pt x="1496" y="1256"/>
                      <a:pt x="696" y="824"/>
                      <a:pt x="624" y="576"/>
                    </a:cubicBezTo>
                    <a:cubicBezTo>
                      <a:pt x="552" y="328"/>
                      <a:pt x="904" y="96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9" name="Line 79">
                <a:extLst>
                  <a:ext uri="{FF2B5EF4-FFF2-40B4-BE49-F238E27FC236}">
                    <a16:creationId xmlns:a16="http://schemas.microsoft.com/office/drawing/2014/main" id="{5A1F994B-4EE5-0047-BD64-D08849565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0" name="Line 80">
                <a:extLst>
                  <a:ext uri="{FF2B5EF4-FFF2-40B4-BE49-F238E27FC236}">
                    <a16:creationId xmlns:a16="http://schemas.microsoft.com/office/drawing/2014/main" id="{9507C70D-7CB4-70A9-2C31-1DFD155B0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1" name="Line 81">
                <a:extLst>
                  <a:ext uri="{FF2B5EF4-FFF2-40B4-BE49-F238E27FC236}">
                    <a16:creationId xmlns:a16="http://schemas.microsoft.com/office/drawing/2014/main" id="{1A79E29B-2DAF-EA76-3273-7C3BF4B88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2" name="Line 82">
                <a:extLst>
                  <a:ext uri="{FF2B5EF4-FFF2-40B4-BE49-F238E27FC236}">
                    <a16:creationId xmlns:a16="http://schemas.microsoft.com/office/drawing/2014/main" id="{D045430A-2978-995F-D116-1FBD90281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3" name="Line 83">
                <a:extLst>
                  <a:ext uri="{FF2B5EF4-FFF2-40B4-BE49-F238E27FC236}">
                    <a16:creationId xmlns:a16="http://schemas.microsoft.com/office/drawing/2014/main" id="{03E43511-3FD2-7E5D-5B2A-EC091F499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Line 84">
                <a:extLst>
                  <a:ext uri="{FF2B5EF4-FFF2-40B4-BE49-F238E27FC236}">
                    <a16:creationId xmlns:a16="http://schemas.microsoft.com/office/drawing/2014/main" id="{52E86EAD-5C09-FF65-97C6-7E07E741E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5" name="Line 85">
                <a:extLst>
                  <a:ext uri="{FF2B5EF4-FFF2-40B4-BE49-F238E27FC236}">
                    <a16:creationId xmlns:a16="http://schemas.microsoft.com/office/drawing/2014/main" id="{CF2FF166-B8FA-0F2D-2782-D9B7B1B5DD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16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6" name="Line 86">
                <a:extLst>
                  <a:ext uri="{FF2B5EF4-FFF2-40B4-BE49-F238E27FC236}">
                    <a16:creationId xmlns:a16="http://schemas.microsoft.com/office/drawing/2014/main" id="{86507C8C-3AFC-035F-8125-36CDD8967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7" name="Line 87">
                <a:extLst>
                  <a:ext uri="{FF2B5EF4-FFF2-40B4-BE49-F238E27FC236}">
                    <a16:creationId xmlns:a16="http://schemas.microsoft.com/office/drawing/2014/main" id="{95EFC142-D3C6-6D02-1B46-9BE69F0BC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8" name="Line 88">
                <a:extLst>
                  <a:ext uri="{FF2B5EF4-FFF2-40B4-BE49-F238E27FC236}">
                    <a16:creationId xmlns:a16="http://schemas.microsoft.com/office/drawing/2014/main" id="{FCB68ABB-EB1D-86B8-0D66-4928A1AF6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57" name="Rectangle 92">
              <a:extLst>
                <a:ext uri="{FF2B5EF4-FFF2-40B4-BE49-F238E27FC236}">
                  <a16:creationId xmlns:a16="http://schemas.microsoft.com/office/drawing/2014/main" id="{DFF2D822-7549-9203-6DB5-873CCD3F2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160"/>
              <a:ext cx="1352" cy="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3840" name="Group 112">
            <a:extLst>
              <a:ext uri="{FF2B5EF4-FFF2-40B4-BE49-F238E27FC236}">
                <a16:creationId xmlns:a16="http://schemas.microsoft.com/office/drawing/2014/main" id="{C3732ED7-05FA-FC8D-48A5-A40AC91606F3}"/>
              </a:ext>
            </a:extLst>
          </p:cNvPr>
          <p:cNvGrpSpPr>
            <a:grpSpLocks/>
          </p:cNvGrpSpPr>
          <p:nvPr/>
        </p:nvGrpSpPr>
        <p:grpSpPr bwMode="auto">
          <a:xfrm>
            <a:off x="7454900" y="2708275"/>
            <a:ext cx="847725" cy="1609725"/>
            <a:chOff x="4696" y="1706"/>
            <a:chExt cx="534" cy="1014"/>
          </a:xfrm>
        </p:grpSpPr>
        <p:sp>
          <p:nvSpPr>
            <p:cNvPr id="18447" name="AutoShape 42">
              <a:extLst>
                <a:ext uri="{FF2B5EF4-FFF2-40B4-BE49-F238E27FC236}">
                  <a16:creationId xmlns:a16="http://schemas.microsoft.com/office/drawing/2014/main" id="{393D117A-9C8E-83B2-7293-00D9C694FB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40" y="2003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8448" name="Group 109">
              <a:extLst>
                <a:ext uri="{FF2B5EF4-FFF2-40B4-BE49-F238E27FC236}">
                  <a16:creationId xmlns:a16="http://schemas.microsoft.com/office/drawing/2014/main" id="{5D21C817-C959-97AA-59F5-84CD7C45E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6" y="1706"/>
              <a:ext cx="534" cy="1014"/>
              <a:chOff x="4696" y="1706"/>
              <a:chExt cx="534" cy="1014"/>
            </a:xfrm>
          </p:grpSpPr>
          <p:sp>
            <p:nvSpPr>
              <p:cNvPr id="18449" name="Arc 54">
                <a:extLst>
                  <a:ext uri="{FF2B5EF4-FFF2-40B4-BE49-F238E27FC236}">
                    <a16:creationId xmlns:a16="http://schemas.microsoft.com/office/drawing/2014/main" id="{06C5B468-1360-1962-9FCF-F2E6AAF41E1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740" y="1983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0" name="Rectangle 93">
                <a:extLst>
                  <a:ext uri="{FF2B5EF4-FFF2-40B4-BE49-F238E27FC236}">
                    <a16:creationId xmlns:a16="http://schemas.microsoft.com/office/drawing/2014/main" id="{65210192-F7D8-CDCA-37CF-446A5A40B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6" y="243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sR</a:t>
                </a:r>
              </a:p>
            </p:txBody>
          </p:sp>
          <p:sp>
            <p:nvSpPr>
              <p:cNvPr id="18451" name="Rectangle 94">
                <a:extLst>
                  <a:ext uri="{FF2B5EF4-FFF2-40B4-BE49-F238E27FC236}">
                    <a16:creationId xmlns:a16="http://schemas.microsoft.com/office/drawing/2014/main" id="{6AF98DC5-D643-06CD-3930-D69014AF2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6" y="1706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</p:grpSp>
      <p:sp>
        <p:nvSpPr>
          <p:cNvPr id="73823" name="Text Box 95">
            <a:extLst>
              <a:ext uri="{FF2B5EF4-FFF2-40B4-BE49-F238E27FC236}">
                <a16:creationId xmlns:a16="http://schemas.microsoft.com/office/drawing/2014/main" id="{45011516-F35C-7876-9263-9263CF35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1887" cy="1565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梁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</a:rPr>
              <a:t>内力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sL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左端剪力和弯矩；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sR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右端剪力和弯矩</a:t>
            </a:r>
            <a:r>
              <a:rPr lang="zh-CN" altLang="en-US"/>
              <a:t>；</a:t>
            </a:r>
          </a:p>
        </p:txBody>
      </p:sp>
      <p:sp>
        <p:nvSpPr>
          <p:cNvPr id="73824" name="Text Box 96">
            <a:extLst>
              <a:ext uri="{FF2B5EF4-FFF2-40B4-BE49-F238E27FC236}">
                <a16:creationId xmlns:a16="http://schemas.microsoft.com/office/drawing/2014/main" id="{B4E700F7-18F5-63DB-80F6-DCA560651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25750"/>
            <a:ext cx="3743325" cy="15652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梁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</a:rPr>
              <a:t>外力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latin typeface="Times New Roman" panose="02020603050405020304" pitchFamily="18" charset="0"/>
              </a:rPr>
              <a:t>可集中的或分布的广义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力或力偶矩；</a:t>
            </a:r>
          </a:p>
        </p:txBody>
      </p:sp>
      <p:sp>
        <p:nvSpPr>
          <p:cNvPr id="73825" name="Rectangle 97">
            <a:extLst>
              <a:ext uri="{FF2B5EF4-FFF2-40B4-BE49-F238E27FC236}">
                <a16:creationId xmlns:a16="http://schemas.microsoft.com/office/drawing/2014/main" id="{EFDD6A69-5378-6B85-A046-BC01D12E42B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8313" y="5084763"/>
            <a:ext cx="3128962" cy="414337"/>
          </a:xfrm>
          <a:prstGeom prst="rect">
            <a:avLst/>
          </a:prstGeom>
          <a:solidFill>
            <a:srgbClr val="8000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分析物体的平衡条件</a:t>
            </a:r>
          </a:p>
        </p:txBody>
      </p:sp>
      <p:sp>
        <p:nvSpPr>
          <p:cNvPr id="73839" name="Text Box 111">
            <a:extLst>
              <a:ext uri="{FF2B5EF4-FFF2-40B4-BE49-F238E27FC236}">
                <a16:creationId xmlns:a16="http://schemas.microsoft.com/office/drawing/2014/main" id="{8336F072-46AD-755D-CC9C-614E5F915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75" y="1196975"/>
            <a:ext cx="549275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移除支座</a:t>
            </a:r>
          </a:p>
        </p:txBody>
      </p:sp>
      <p:sp>
        <p:nvSpPr>
          <p:cNvPr id="73841" name="Text Box 113">
            <a:extLst>
              <a:ext uri="{FF2B5EF4-FFF2-40B4-BE49-F238E27FC236}">
                <a16:creationId xmlns:a16="http://schemas.microsoft.com/office/drawing/2014/main" id="{81A857EE-70A3-2E48-3A6D-D4CE1A271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2528888"/>
            <a:ext cx="468312" cy="180022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ea typeface="黑体" panose="02010609060101010101" pitchFamily="49" charset="-122"/>
              </a:rPr>
              <a:t>静力等效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2000" fill="hold"/>
                                        <p:tgtEl>
                                          <p:spTgt spid="7384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23" grpId="0" animBg="1"/>
      <p:bldP spid="73824" grpId="0" animBg="1"/>
      <p:bldP spid="73825" grpId="0" animBg="1"/>
      <p:bldP spid="73839" grpId="0"/>
      <p:bldP spid="73839" grpId="1"/>
      <p:bldP spid="73841" grpId="0" animBg="1"/>
      <p:bldP spid="73841" grpId="1" animBg="1"/>
      <p:bldP spid="73841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23" name="Text Box 47">
            <a:extLst>
              <a:ext uri="{FF2B5EF4-FFF2-40B4-BE49-F238E27FC236}">
                <a16:creationId xmlns:a16="http://schemas.microsoft.com/office/drawing/2014/main" id="{CD92C4D6-9056-426C-4D28-6C47562AF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825750"/>
            <a:ext cx="3887788" cy="13827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梁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</a:rPr>
              <a:t>刚度和载荷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EI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梁的弯曲刚度</a:t>
            </a:r>
            <a:r>
              <a:rPr lang="zh-CN" altLang="en-US"/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q</a:t>
            </a:r>
            <a:r>
              <a:rPr lang="en-US" altLang="zh-CN"/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梁上分布的力或力偶矩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480808C-6941-F94A-4058-AB60F69F7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</a:rPr>
              <a:t>再认识梁</a:t>
            </a:r>
            <a:r>
              <a:rPr kumimoji="1" lang="en-US" altLang="zh-CN" sz="2800" b="1">
                <a:solidFill>
                  <a:schemeClr val="tx1"/>
                </a:solidFill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对象</a:t>
            </a:r>
            <a:r>
              <a:rPr kumimoji="1" lang="en-US" altLang="zh-CN" sz="2800" b="1">
                <a:solidFill>
                  <a:schemeClr val="tx1"/>
                </a:solidFill>
              </a:rPr>
              <a:t>2</a:t>
            </a:r>
          </a:p>
        </p:txBody>
      </p:sp>
      <p:graphicFrame>
        <p:nvGraphicFramePr>
          <p:cNvPr id="75829" name="Object 53">
            <a:extLst>
              <a:ext uri="{FF2B5EF4-FFF2-40B4-BE49-F238E27FC236}">
                <a16:creationId xmlns:a16="http://schemas.microsoft.com/office/drawing/2014/main" id="{3BEE7E32-07B9-200F-B1BD-114B68BE0A13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375150" y="4652963"/>
          <a:ext cx="3436938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5464" imgH="314261" progId="Equation.DSMT4">
                  <p:embed/>
                </p:oleObj>
              </mc:Choice>
              <mc:Fallback>
                <p:oleObj name="Equation" r:id="rId2" imgW="1695464" imgH="314261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4652963"/>
                        <a:ext cx="3436938" cy="6619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1" name="Group 58">
            <a:extLst>
              <a:ext uri="{FF2B5EF4-FFF2-40B4-BE49-F238E27FC236}">
                <a16:creationId xmlns:a16="http://schemas.microsoft.com/office/drawing/2014/main" id="{B9FED777-B7FB-F792-8059-432CFD4E61E5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2275"/>
            <a:ext cx="3589338" cy="1782763"/>
            <a:chOff x="2880" y="266"/>
            <a:chExt cx="2261" cy="1123"/>
          </a:xfrm>
        </p:grpSpPr>
        <p:grpSp>
          <p:nvGrpSpPr>
            <p:cNvPr id="19492" name="Group 3">
              <a:extLst>
                <a:ext uri="{FF2B5EF4-FFF2-40B4-BE49-F238E27FC236}">
                  <a16:creationId xmlns:a16="http://schemas.microsoft.com/office/drawing/2014/main" id="{0808C3DD-884B-2131-8520-F9DDC8682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890"/>
              <a:ext cx="2261" cy="499"/>
              <a:chOff x="2304" y="2448"/>
              <a:chExt cx="2261" cy="499"/>
            </a:xfrm>
          </p:grpSpPr>
          <p:graphicFrame>
            <p:nvGraphicFramePr>
              <p:cNvPr id="19507" name="Object 4">
                <a:extLst>
                  <a:ext uri="{FF2B5EF4-FFF2-40B4-BE49-F238E27FC236}">
                    <a16:creationId xmlns:a16="http://schemas.microsoft.com/office/drawing/2014/main" id="{1C2EEF33-527A-4796-6FC1-0272EA12F37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6" y="2544"/>
              <a:ext cx="389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4" imgW="617404" imgH="640135" progId="Paint.Picture">
                      <p:embed/>
                    </p:oleObj>
                  </mc:Choice>
                  <mc:Fallback>
                    <p:oleObj name="BMP 图象" r:id="rId4" imgW="617404" imgH="640135" progId="Paint.Picture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2544"/>
                            <a:ext cx="389" cy="4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08" name="Object 5">
                <a:extLst>
                  <a:ext uri="{FF2B5EF4-FFF2-40B4-BE49-F238E27FC236}">
                    <a16:creationId xmlns:a16="http://schemas.microsoft.com/office/drawing/2014/main" id="{295052EC-B49A-F2B1-FE10-2F5F131792F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2544"/>
              <a:ext cx="360" cy="3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6" imgW="571671" imgH="594412" progId="Paint.Picture">
                      <p:embed/>
                    </p:oleObj>
                  </mc:Choice>
                  <mc:Fallback>
                    <p:oleObj name="BMP 图象" r:id="rId6" imgW="571671" imgH="594412" progId="Paint.Picture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544"/>
                            <a:ext cx="360" cy="3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09" name="Rectangle 6">
                <a:extLst>
                  <a:ext uri="{FF2B5EF4-FFF2-40B4-BE49-F238E27FC236}">
                    <a16:creationId xmlns:a16="http://schemas.microsoft.com/office/drawing/2014/main" id="{62A872B9-8BDA-8ED6-4AF6-FAD1F8A31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9493" name="Group 7">
              <a:extLst>
                <a:ext uri="{FF2B5EF4-FFF2-40B4-BE49-F238E27FC236}">
                  <a16:creationId xmlns:a16="http://schemas.microsoft.com/office/drawing/2014/main" id="{F2E42EE1-32EF-C6AC-D3C5-D26CE8373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66"/>
              <a:ext cx="1344" cy="624"/>
              <a:chOff x="3552" y="3024"/>
              <a:chExt cx="1344" cy="624"/>
            </a:xfrm>
          </p:grpSpPr>
          <p:sp>
            <p:nvSpPr>
              <p:cNvPr id="19496" name="Freeform 8">
                <a:extLst>
                  <a:ext uri="{FF2B5EF4-FFF2-40B4-BE49-F238E27FC236}">
                    <a16:creationId xmlns:a16="http://schemas.microsoft.com/office/drawing/2014/main" id="{24A70EB8-A71F-50DD-2211-162AD39D06CF}"/>
                  </a:ext>
                </a:extLst>
              </p:cNvPr>
              <p:cNvSpPr>
                <a:spLocks/>
              </p:cNvSpPr>
              <p:nvPr/>
            </p:nvSpPr>
            <p:spPr bwMode="auto">
              <a:xfrm rot="16804448" flipV="1">
                <a:off x="4006" y="2570"/>
                <a:ext cx="436" cy="1344"/>
              </a:xfrm>
              <a:custGeom>
                <a:avLst/>
                <a:gdLst>
                  <a:gd name="T0" fmla="*/ 0 w 1496"/>
                  <a:gd name="T1" fmla="*/ 918 h 1968"/>
                  <a:gd name="T2" fmla="*/ 118 w 1496"/>
                  <a:gd name="T3" fmla="*/ 694 h 1968"/>
                  <a:gd name="T4" fmla="*/ 53 w 1496"/>
                  <a:gd name="T5" fmla="*/ 268 h 1968"/>
                  <a:gd name="T6" fmla="*/ 82 w 1496"/>
                  <a:gd name="T7" fmla="*/ 0 h 19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6" h="1968">
                    <a:moveTo>
                      <a:pt x="0" y="1968"/>
                    </a:moveTo>
                    <a:cubicBezTo>
                      <a:pt x="644" y="1844"/>
                      <a:pt x="1288" y="1720"/>
                      <a:pt x="1392" y="1488"/>
                    </a:cubicBezTo>
                    <a:cubicBezTo>
                      <a:pt x="1496" y="1256"/>
                      <a:pt x="696" y="824"/>
                      <a:pt x="624" y="576"/>
                    </a:cubicBezTo>
                    <a:cubicBezTo>
                      <a:pt x="552" y="328"/>
                      <a:pt x="904" y="96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7" name="Line 9">
                <a:extLst>
                  <a:ext uri="{FF2B5EF4-FFF2-40B4-BE49-F238E27FC236}">
                    <a16:creationId xmlns:a16="http://schemas.microsoft.com/office/drawing/2014/main" id="{4535AF80-DF86-B98B-B1A7-EBE7FEEAF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8" name="Line 10">
                <a:extLst>
                  <a:ext uri="{FF2B5EF4-FFF2-40B4-BE49-F238E27FC236}">
                    <a16:creationId xmlns:a16="http://schemas.microsoft.com/office/drawing/2014/main" id="{1C3249BE-8990-3CD9-A54E-4383FA49F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9" name="Line 11">
                <a:extLst>
                  <a:ext uri="{FF2B5EF4-FFF2-40B4-BE49-F238E27FC236}">
                    <a16:creationId xmlns:a16="http://schemas.microsoft.com/office/drawing/2014/main" id="{D67FD732-C272-70FB-3EFB-81B649607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0" name="Line 12">
                <a:extLst>
                  <a:ext uri="{FF2B5EF4-FFF2-40B4-BE49-F238E27FC236}">
                    <a16:creationId xmlns:a16="http://schemas.microsoft.com/office/drawing/2014/main" id="{E495BAD8-0F5A-5CCD-87C6-BCF6C2B31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1" name="Line 13">
                <a:extLst>
                  <a:ext uri="{FF2B5EF4-FFF2-40B4-BE49-F238E27FC236}">
                    <a16:creationId xmlns:a16="http://schemas.microsoft.com/office/drawing/2014/main" id="{9BE440AE-9DD9-2DF4-E558-45480DD00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2" name="Line 14">
                <a:extLst>
                  <a:ext uri="{FF2B5EF4-FFF2-40B4-BE49-F238E27FC236}">
                    <a16:creationId xmlns:a16="http://schemas.microsoft.com/office/drawing/2014/main" id="{1017DEAC-45E6-58FC-28B6-38F5DD46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3" name="Line 15">
                <a:extLst>
                  <a:ext uri="{FF2B5EF4-FFF2-40B4-BE49-F238E27FC236}">
                    <a16:creationId xmlns:a16="http://schemas.microsoft.com/office/drawing/2014/main" id="{7A446D5B-9867-12E8-021B-CDE9E58FD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16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4" name="Line 16">
                <a:extLst>
                  <a:ext uri="{FF2B5EF4-FFF2-40B4-BE49-F238E27FC236}">
                    <a16:creationId xmlns:a16="http://schemas.microsoft.com/office/drawing/2014/main" id="{117848E9-D2CF-C5CD-6309-8AEECA02B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5" name="Line 17">
                <a:extLst>
                  <a:ext uri="{FF2B5EF4-FFF2-40B4-BE49-F238E27FC236}">
                    <a16:creationId xmlns:a16="http://schemas.microsoft.com/office/drawing/2014/main" id="{59A9C7CC-2988-4F54-B22E-CFAE788D1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6" name="Line 18">
                <a:extLst>
                  <a:ext uri="{FF2B5EF4-FFF2-40B4-BE49-F238E27FC236}">
                    <a16:creationId xmlns:a16="http://schemas.microsoft.com/office/drawing/2014/main" id="{71785833-EE1D-A4FD-63BF-F9F68300F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494" name="Line 29">
              <a:extLst>
                <a:ext uri="{FF2B5EF4-FFF2-40B4-BE49-F238E27FC236}">
                  <a16:creationId xmlns:a16="http://schemas.microsoft.com/office/drawing/2014/main" id="{A3B556C3-8415-3D4C-A06D-D3C9986EA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7" y="407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5" name="Text Box 30">
              <a:extLst>
                <a:ext uri="{FF2B5EF4-FFF2-40B4-BE49-F238E27FC236}">
                  <a16:creationId xmlns:a16="http://schemas.microsoft.com/office/drawing/2014/main" id="{A153B7A9-C6B5-7A4B-6DA2-CCB5D7F63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7" y="453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75833" name="Group 57">
            <a:extLst>
              <a:ext uri="{FF2B5EF4-FFF2-40B4-BE49-F238E27FC236}">
                <a16:creationId xmlns:a16="http://schemas.microsoft.com/office/drawing/2014/main" id="{9BE5ED9C-DD93-446C-4DC7-007C4AC8381C}"/>
              </a:ext>
            </a:extLst>
          </p:cNvPr>
          <p:cNvGrpSpPr>
            <a:grpSpLocks/>
          </p:cNvGrpSpPr>
          <p:nvPr/>
        </p:nvGrpSpPr>
        <p:grpSpPr bwMode="auto">
          <a:xfrm>
            <a:off x="4525963" y="2205038"/>
            <a:ext cx="3681412" cy="1879600"/>
            <a:chOff x="2851" y="1536"/>
            <a:chExt cx="2319" cy="1184"/>
          </a:xfrm>
        </p:grpSpPr>
        <p:sp>
          <p:nvSpPr>
            <p:cNvPr id="19467" name="AutoShape 19">
              <a:extLst>
                <a:ext uri="{FF2B5EF4-FFF2-40B4-BE49-F238E27FC236}">
                  <a16:creationId xmlns:a16="http://schemas.microsoft.com/office/drawing/2014/main" id="{F7504C64-370E-3D89-9CA6-11039ACFC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2024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468" name="AutoShape 20">
              <a:extLst>
                <a:ext uri="{FF2B5EF4-FFF2-40B4-BE49-F238E27FC236}">
                  <a16:creationId xmlns:a16="http://schemas.microsoft.com/office/drawing/2014/main" id="{C57CB427-65D3-8B9E-D9F9-634A69C2C5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4740" y="2003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469" name="Arc 21">
              <a:extLst>
                <a:ext uri="{FF2B5EF4-FFF2-40B4-BE49-F238E27FC236}">
                  <a16:creationId xmlns:a16="http://schemas.microsoft.com/office/drawing/2014/main" id="{D2E3B684-6342-94A9-9A60-801E8335FD5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40" y="1983"/>
              <a:ext cx="227" cy="377"/>
            </a:xfrm>
            <a:custGeom>
              <a:avLst/>
              <a:gdLst>
                <a:gd name="T0" fmla="*/ 2 w 21600"/>
                <a:gd name="T1" fmla="*/ 0 h 34115"/>
                <a:gd name="T2" fmla="*/ 1 w 21600"/>
                <a:gd name="T3" fmla="*/ 4 h 34115"/>
                <a:gd name="T4" fmla="*/ 0 w 21600"/>
                <a:gd name="T5" fmla="*/ 2 h 34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4115" fill="none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</a:path>
                <a:path w="21600" h="34115" stroke="0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  <a:lnTo>
                    <a:pt x="0" y="15471"/>
                  </a:lnTo>
                  <a:lnTo>
                    <a:pt x="1507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0" name="Arc 22">
              <a:extLst>
                <a:ext uri="{FF2B5EF4-FFF2-40B4-BE49-F238E27FC236}">
                  <a16:creationId xmlns:a16="http://schemas.microsoft.com/office/drawing/2014/main" id="{2D2C7A5D-DBCD-908C-0319-895A6C3459A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094" y="2024"/>
              <a:ext cx="227" cy="377"/>
            </a:xfrm>
            <a:custGeom>
              <a:avLst/>
              <a:gdLst>
                <a:gd name="T0" fmla="*/ 2 w 21600"/>
                <a:gd name="T1" fmla="*/ 0 h 34115"/>
                <a:gd name="T2" fmla="*/ 1 w 21600"/>
                <a:gd name="T3" fmla="*/ 4 h 34115"/>
                <a:gd name="T4" fmla="*/ 0 w 21600"/>
                <a:gd name="T5" fmla="*/ 2 h 34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4115" fill="none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</a:path>
                <a:path w="21600" h="34115" stroke="0" extrusionOk="0">
                  <a:moveTo>
                    <a:pt x="15073" y="-1"/>
                  </a:moveTo>
                  <a:cubicBezTo>
                    <a:pt x="19246" y="4065"/>
                    <a:pt x="21600" y="9644"/>
                    <a:pt x="21600" y="15471"/>
                  </a:cubicBezTo>
                  <a:cubicBezTo>
                    <a:pt x="21600" y="23143"/>
                    <a:pt x="17530" y="30240"/>
                    <a:pt x="10907" y="34114"/>
                  </a:cubicBezTo>
                  <a:lnTo>
                    <a:pt x="0" y="15471"/>
                  </a:lnTo>
                  <a:lnTo>
                    <a:pt x="1507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1" name="Rectangle 23">
              <a:extLst>
                <a:ext uri="{FF2B5EF4-FFF2-40B4-BE49-F238E27FC236}">
                  <a16:creationId xmlns:a16="http://schemas.microsoft.com/office/drawing/2014/main" id="{CA822CAF-1209-D16E-6A14-5809CC92D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387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9472" name="Rectangle 24">
              <a:extLst>
                <a:ext uri="{FF2B5EF4-FFF2-40B4-BE49-F238E27FC236}">
                  <a16:creationId xmlns:a16="http://schemas.microsoft.com/office/drawing/2014/main" id="{E5334B77-E776-2B49-5F2E-F4BA6EAD4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1748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Symbol" panose="05050102010706020507" pitchFamily="18" charset="2"/>
                </a:rPr>
                <a:t>q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9473" name="Line 25">
              <a:extLst>
                <a:ext uri="{FF2B5EF4-FFF2-40B4-BE49-F238E27FC236}">
                  <a16:creationId xmlns:a16="http://schemas.microsoft.com/office/drawing/2014/main" id="{5DA4CF74-7029-5103-8197-B0DB6589B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2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Line 26">
              <a:extLst>
                <a:ext uri="{FF2B5EF4-FFF2-40B4-BE49-F238E27FC236}">
                  <a16:creationId xmlns:a16="http://schemas.microsoft.com/office/drawing/2014/main" id="{6C32EF36-8A0B-81F9-3079-2D09DE3BE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22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5" name="Line 27">
              <a:extLst>
                <a:ext uri="{FF2B5EF4-FFF2-40B4-BE49-F238E27FC236}">
                  <a16:creationId xmlns:a16="http://schemas.microsoft.com/office/drawing/2014/main" id="{21B00F26-F3DD-5A38-8920-EE2E65058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568"/>
              <a:ext cx="12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6" name="Text Box 28">
              <a:extLst>
                <a:ext uri="{FF2B5EF4-FFF2-40B4-BE49-F238E27FC236}">
                  <a16:creationId xmlns:a16="http://schemas.microsoft.com/office/drawing/2014/main" id="{A5D9F7E2-294E-C55F-ED53-ACFAE6BD1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232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19477" name="Group 31">
              <a:extLst>
                <a:ext uri="{FF2B5EF4-FFF2-40B4-BE49-F238E27FC236}">
                  <a16:creationId xmlns:a16="http://schemas.microsoft.com/office/drawing/2014/main" id="{62083B76-D359-167F-EF34-19D31A902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1536"/>
              <a:ext cx="1344" cy="624"/>
              <a:chOff x="3552" y="3024"/>
              <a:chExt cx="1344" cy="624"/>
            </a:xfrm>
          </p:grpSpPr>
          <p:sp>
            <p:nvSpPr>
              <p:cNvPr id="19481" name="Freeform 32">
                <a:extLst>
                  <a:ext uri="{FF2B5EF4-FFF2-40B4-BE49-F238E27FC236}">
                    <a16:creationId xmlns:a16="http://schemas.microsoft.com/office/drawing/2014/main" id="{FDF13DA8-80D6-A917-8B84-F1AA378432EC}"/>
                  </a:ext>
                </a:extLst>
              </p:cNvPr>
              <p:cNvSpPr>
                <a:spLocks/>
              </p:cNvSpPr>
              <p:nvPr/>
            </p:nvSpPr>
            <p:spPr bwMode="auto">
              <a:xfrm rot="16804448" flipV="1">
                <a:off x="4006" y="2570"/>
                <a:ext cx="436" cy="1344"/>
              </a:xfrm>
              <a:custGeom>
                <a:avLst/>
                <a:gdLst>
                  <a:gd name="T0" fmla="*/ 0 w 1496"/>
                  <a:gd name="T1" fmla="*/ 918 h 1968"/>
                  <a:gd name="T2" fmla="*/ 118 w 1496"/>
                  <a:gd name="T3" fmla="*/ 694 h 1968"/>
                  <a:gd name="T4" fmla="*/ 53 w 1496"/>
                  <a:gd name="T5" fmla="*/ 268 h 1968"/>
                  <a:gd name="T6" fmla="*/ 82 w 1496"/>
                  <a:gd name="T7" fmla="*/ 0 h 19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6" h="1968">
                    <a:moveTo>
                      <a:pt x="0" y="1968"/>
                    </a:moveTo>
                    <a:cubicBezTo>
                      <a:pt x="644" y="1844"/>
                      <a:pt x="1288" y="1720"/>
                      <a:pt x="1392" y="1488"/>
                    </a:cubicBezTo>
                    <a:cubicBezTo>
                      <a:pt x="1496" y="1256"/>
                      <a:pt x="696" y="824"/>
                      <a:pt x="624" y="576"/>
                    </a:cubicBezTo>
                    <a:cubicBezTo>
                      <a:pt x="552" y="328"/>
                      <a:pt x="904" y="96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2" name="Line 33">
                <a:extLst>
                  <a:ext uri="{FF2B5EF4-FFF2-40B4-BE49-F238E27FC236}">
                    <a16:creationId xmlns:a16="http://schemas.microsoft.com/office/drawing/2014/main" id="{0BC83566-800E-E4DD-5928-FBECBCDC1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3" name="Line 34">
                <a:extLst>
                  <a:ext uri="{FF2B5EF4-FFF2-40B4-BE49-F238E27FC236}">
                    <a16:creationId xmlns:a16="http://schemas.microsoft.com/office/drawing/2014/main" id="{B90306B3-E900-7EC1-0328-58DA1A98F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Line 35">
                <a:extLst>
                  <a:ext uri="{FF2B5EF4-FFF2-40B4-BE49-F238E27FC236}">
                    <a16:creationId xmlns:a16="http://schemas.microsoft.com/office/drawing/2014/main" id="{03295BFD-33BF-3E52-B9DF-D77557E83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Line 36">
                <a:extLst>
                  <a:ext uri="{FF2B5EF4-FFF2-40B4-BE49-F238E27FC236}">
                    <a16:creationId xmlns:a16="http://schemas.microsoft.com/office/drawing/2014/main" id="{97AB2DC2-4F9C-DFCE-7687-5982D7512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6" name="Line 37">
                <a:extLst>
                  <a:ext uri="{FF2B5EF4-FFF2-40B4-BE49-F238E27FC236}">
                    <a16:creationId xmlns:a16="http://schemas.microsoft.com/office/drawing/2014/main" id="{DCDF20C7-F00A-7285-9F65-581F77E02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7" name="Line 38">
                <a:extLst>
                  <a:ext uri="{FF2B5EF4-FFF2-40B4-BE49-F238E27FC236}">
                    <a16:creationId xmlns:a16="http://schemas.microsoft.com/office/drawing/2014/main" id="{0175A6C0-6B73-4204-ADBF-A55524DD4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8" name="Line 39">
                <a:extLst>
                  <a:ext uri="{FF2B5EF4-FFF2-40B4-BE49-F238E27FC236}">
                    <a16:creationId xmlns:a16="http://schemas.microsoft.com/office/drawing/2014/main" id="{2A20AC8F-34BF-643E-3491-20DB6B6E7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16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9" name="Line 40">
                <a:extLst>
                  <a:ext uri="{FF2B5EF4-FFF2-40B4-BE49-F238E27FC236}">
                    <a16:creationId xmlns:a16="http://schemas.microsoft.com/office/drawing/2014/main" id="{40B21A39-C536-E39E-0D22-C60BF1015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0" name="Line 41">
                <a:extLst>
                  <a:ext uri="{FF2B5EF4-FFF2-40B4-BE49-F238E27FC236}">
                    <a16:creationId xmlns:a16="http://schemas.microsoft.com/office/drawing/2014/main" id="{626653DF-4D2D-864C-B34B-276045F44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1" name="Line 42">
                <a:extLst>
                  <a:ext uri="{FF2B5EF4-FFF2-40B4-BE49-F238E27FC236}">
                    <a16:creationId xmlns:a16="http://schemas.microsoft.com/office/drawing/2014/main" id="{4AFD39BB-FBEC-BCC1-8B60-079D53FB6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478" name="Rectangle 43">
              <a:extLst>
                <a:ext uri="{FF2B5EF4-FFF2-40B4-BE49-F238E27FC236}">
                  <a16:creationId xmlns:a16="http://schemas.microsoft.com/office/drawing/2014/main" id="{9179B820-BA7F-EB3F-70DF-305DAFA60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160"/>
              <a:ext cx="1352" cy="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9" name="Rectangle 44">
              <a:extLst>
                <a:ext uri="{FF2B5EF4-FFF2-40B4-BE49-F238E27FC236}">
                  <a16:creationId xmlns:a16="http://schemas.microsoft.com/office/drawing/2014/main" id="{29FBCF9A-1180-687C-8E2D-9961EC2E1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" y="2432"/>
              <a:ext cx="2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9480" name="Rectangle 45">
              <a:extLst>
                <a:ext uri="{FF2B5EF4-FFF2-40B4-BE49-F238E27FC236}">
                  <a16:creationId xmlns:a16="http://schemas.microsoft.com/office/drawing/2014/main" id="{7F124017-DF49-E433-0BFB-0E0733728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02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Symbol" panose="05050102010706020507" pitchFamily="18" charset="2"/>
                </a:rPr>
                <a:t>q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R</a:t>
              </a:r>
            </a:p>
          </p:txBody>
        </p:sp>
      </p:grpSp>
      <p:sp>
        <p:nvSpPr>
          <p:cNvPr id="75822" name="Text Box 46">
            <a:extLst>
              <a:ext uri="{FF2B5EF4-FFF2-40B4-BE49-F238E27FC236}">
                <a16:creationId xmlns:a16="http://schemas.microsoft.com/office/drawing/2014/main" id="{458BC0EF-2C7F-35FB-4047-940E6AEEB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81075"/>
            <a:ext cx="3887788" cy="1565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梁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</a:rPr>
              <a:t>变形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latin typeface="Symbol" panose="05050102010706020507" pitchFamily="18" charset="2"/>
              </a:rPr>
              <a:t>q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左端截面转角和挠度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latin typeface="Symbol" panose="05050102010706020507" pitchFamily="18" charset="2"/>
              </a:rPr>
              <a:t>q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右端截面转角和挠度</a:t>
            </a:r>
          </a:p>
        </p:txBody>
      </p:sp>
      <p:graphicFrame>
        <p:nvGraphicFramePr>
          <p:cNvPr id="75826" name="Object 50">
            <a:extLst>
              <a:ext uri="{FF2B5EF4-FFF2-40B4-BE49-F238E27FC236}">
                <a16:creationId xmlns:a16="http://schemas.microsoft.com/office/drawing/2014/main" id="{B505A634-C44B-BFBC-331C-904C267C0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4149725"/>
          <a:ext cx="22415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5396" imgH="180978" progId="Equation.DSMT4">
                  <p:embed/>
                </p:oleObj>
              </mc:Choice>
              <mc:Fallback>
                <p:oleObj name="Equation" r:id="rId8" imgW="1095396" imgH="180978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4149725"/>
                        <a:ext cx="2241550" cy="4064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28" name="Rectangle 52">
            <a:extLst>
              <a:ext uri="{FF2B5EF4-FFF2-40B4-BE49-F238E27FC236}">
                <a16:creationId xmlns:a16="http://schemas.microsoft.com/office/drawing/2014/main" id="{DDF8BE1C-25DA-1BF9-1211-97A6D8E04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5013325"/>
            <a:ext cx="3375025" cy="414338"/>
          </a:xfrm>
          <a:prstGeom prst="rect">
            <a:avLst/>
          </a:prstGeom>
          <a:solidFill>
            <a:srgbClr val="800000"/>
          </a:solidFill>
          <a:ln w="12700" cap="sq" algn="ctr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力与变形间的物理关系</a:t>
            </a:r>
          </a:p>
        </p:txBody>
      </p:sp>
      <p:graphicFrame>
        <p:nvGraphicFramePr>
          <p:cNvPr id="75831" name="Object 55">
            <a:extLst>
              <a:ext uri="{FF2B5EF4-FFF2-40B4-BE49-F238E27FC236}">
                <a16:creationId xmlns:a16="http://schemas.microsoft.com/office/drawing/2014/main" id="{0A8A35A8-21D0-0B5F-BA7E-AB1E9889C4B8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360863" y="5446713"/>
          <a:ext cx="32353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90723" imgH="314261" progId="Equation.DSMT4">
                  <p:embed/>
                </p:oleObj>
              </mc:Choice>
              <mc:Fallback>
                <p:oleObj name="Equation" r:id="rId10" imgW="1590723" imgH="314261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863" y="5446713"/>
                        <a:ext cx="3235325" cy="6619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5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23" grpId="0" animBg="1"/>
      <p:bldP spid="75822" grpId="0" animBg="1"/>
      <p:bldP spid="758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8FEF6891-79AC-2AC4-B6F3-B49E65120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</a:rPr>
              <a:t>再认识梁</a:t>
            </a:r>
            <a:r>
              <a:rPr kumimoji="1" lang="en-US" altLang="zh-CN" sz="2800" b="1">
                <a:solidFill>
                  <a:schemeClr val="tx1"/>
                </a:solidFill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对象</a:t>
            </a:r>
            <a:r>
              <a:rPr kumimoji="1" lang="en-US" altLang="zh-CN" sz="2800" b="1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77941" name="Group 117">
            <a:extLst>
              <a:ext uri="{FF2B5EF4-FFF2-40B4-BE49-F238E27FC236}">
                <a16:creationId xmlns:a16="http://schemas.microsoft.com/office/drawing/2014/main" id="{A8FA4B1D-3058-F87E-8151-DE70C9948E7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765175"/>
            <a:ext cx="3589337" cy="1711325"/>
            <a:chOff x="3213" y="266"/>
            <a:chExt cx="2261" cy="1078"/>
          </a:xfrm>
        </p:grpSpPr>
        <p:grpSp>
          <p:nvGrpSpPr>
            <p:cNvPr id="20550" name="Group 5">
              <a:extLst>
                <a:ext uri="{FF2B5EF4-FFF2-40B4-BE49-F238E27FC236}">
                  <a16:creationId xmlns:a16="http://schemas.microsoft.com/office/drawing/2014/main" id="{44677705-7F00-F7C6-66EF-5D788C4D31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3" y="845"/>
              <a:ext cx="2261" cy="499"/>
              <a:chOff x="2304" y="2448"/>
              <a:chExt cx="2261" cy="499"/>
            </a:xfrm>
          </p:grpSpPr>
          <p:graphicFrame>
            <p:nvGraphicFramePr>
              <p:cNvPr id="20565" name="Object 6">
                <a:extLst>
                  <a:ext uri="{FF2B5EF4-FFF2-40B4-BE49-F238E27FC236}">
                    <a16:creationId xmlns:a16="http://schemas.microsoft.com/office/drawing/2014/main" id="{B310A690-B1AD-3DB9-B70A-5FBCBC8A14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6" y="2544"/>
              <a:ext cx="389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2" imgW="617404" imgH="640135" progId="Paint.Picture">
                      <p:embed/>
                    </p:oleObj>
                  </mc:Choice>
                  <mc:Fallback>
                    <p:oleObj name="BMP 图象" r:id="rId2" imgW="617404" imgH="640135" progId="Paint.Picture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2544"/>
                            <a:ext cx="389" cy="4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66" name="Object 7">
                <a:extLst>
                  <a:ext uri="{FF2B5EF4-FFF2-40B4-BE49-F238E27FC236}">
                    <a16:creationId xmlns:a16="http://schemas.microsoft.com/office/drawing/2014/main" id="{82B432D2-0710-7640-B98C-15B3074FA0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2544"/>
              <a:ext cx="360" cy="3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4" imgW="571671" imgH="594412" progId="Paint.Picture">
                      <p:embed/>
                    </p:oleObj>
                  </mc:Choice>
                  <mc:Fallback>
                    <p:oleObj name="BMP 图象" r:id="rId4" imgW="571671" imgH="594412" progId="Paint.Picture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544"/>
                            <a:ext cx="360" cy="3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67" name="Rectangle 8">
                <a:extLst>
                  <a:ext uri="{FF2B5EF4-FFF2-40B4-BE49-F238E27FC236}">
                    <a16:creationId xmlns:a16="http://schemas.microsoft.com/office/drawing/2014/main" id="{20316ACB-05E3-2886-DBB4-C87C2FB92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0551" name="Group 9">
              <a:extLst>
                <a:ext uri="{FF2B5EF4-FFF2-40B4-BE49-F238E27FC236}">
                  <a16:creationId xmlns:a16="http://schemas.microsoft.com/office/drawing/2014/main" id="{E7D75266-7384-BD28-0429-A5E775A7C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1" y="266"/>
              <a:ext cx="1344" cy="624"/>
              <a:chOff x="3552" y="3024"/>
              <a:chExt cx="1344" cy="624"/>
            </a:xfrm>
          </p:grpSpPr>
          <p:sp>
            <p:nvSpPr>
              <p:cNvPr id="20554" name="Freeform 10">
                <a:extLst>
                  <a:ext uri="{FF2B5EF4-FFF2-40B4-BE49-F238E27FC236}">
                    <a16:creationId xmlns:a16="http://schemas.microsoft.com/office/drawing/2014/main" id="{D3EA1D71-3713-1DB1-FA29-06F6F8D93D6C}"/>
                  </a:ext>
                </a:extLst>
              </p:cNvPr>
              <p:cNvSpPr>
                <a:spLocks/>
              </p:cNvSpPr>
              <p:nvPr/>
            </p:nvSpPr>
            <p:spPr bwMode="auto">
              <a:xfrm rot="16804448" flipV="1">
                <a:off x="4006" y="2570"/>
                <a:ext cx="436" cy="1344"/>
              </a:xfrm>
              <a:custGeom>
                <a:avLst/>
                <a:gdLst>
                  <a:gd name="T0" fmla="*/ 0 w 1496"/>
                  <a:gd name="T1" fmla="*/ 918 h 1968"/>
                  <a:gd name="T2" fmla="*/ 118 w 1496"/>
                  <a:gd name="T3" fmla="*/ 694 h 1968"/>
                  <a:gd name="T4" fmla="*/ 53 w 1496"/>
                  <a:gd name="T5" fmla="*/ 268 h 1968"/>
                  <a:gd name="T6" fmla="*/ 82 w 1496"/>
                  <a:gd name="T7" fmla="*/ 0 h 19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6" h="1968">
                    <a:moveTo>
                      <a:pt x="0" y="1968"/>
                    </a:moveTo>
                    <a:cubicBezTo>
                      <a:pt x="644" y="1844"/>
                      <a:pt x="1288" y="1720"/>
                      <a:pt x="1392" y="1488"/>
                    </a:cubicBezTo>
                    <a:cubicBezTo>
                      <a:pt x="1496" y="1256"/>
                      <a:pt x="696" y="824"/>
                      <a:pt x="624" y="576"/>
                    </a:cubicBezTo>
                    <a:cubicBezTo>
                      <a:pt x="552" y="328"/>
                      <a:pt x="904" y="96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5" name="Line 11">
                <a:extLst>
                  <a:ext uri="{FF2B5EF4-FFF2-40B4-BE49-F238E27FC236}">
                    <a16:creationId xmlns:a16="http://schemas.microsoft.com/office/drawing/2014/main" id="{12D6D956-267F-5C2C-CC27-24E69A430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6" name="Line 12">
                <a:extLst>
                  <a:ext uri="{FF2B5EF4-FFF2-40B4-BE49-F238E27FC236}">
                    <a16:creationId xmlns:a16="http://schemas.microsoft.com/office/drawing/2014/main" id="{2776B38C-05A7-EAF5-8827-BD940CDC4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7" name="Line 13">
                <a:extLst>
                  <a:ext uri="{FF2B5EF4-FFF2-40B4-BE49-F238E27FC236}">
                    <a16:creationId xmlns:a16="http://schemas.microsoft.com/office/drawing/2014/main" id="{BCD31B16-E981-3D1C-7545-9A4B16592F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8" name="Line 14">
                <a:extLst>
                  <a:ext uri="{FF2B5EF4-FFF2-40B4-BE49-F238E27FC236}">
                    <a16:creationId xmlns:a16="http://schemas.microsoft.com/office/drawing/2014/main" id="{FCB44361-7899-CE0A-3901-23BCAC206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9" name="Line 15">
                <a:extLst>
                  <a:ext uri="{FF2B5EF4-FFF2-40B4-BE49-F238E27FC236}">
                    <a16:creationId xmlns:a16="http://schemas.microsoft.com/office/drawing/2014/main" id="{B061A9C3-F55A-151A-3DCF-947B92621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0" name="Line 16">
                <a:extLst>
                  <a:ext uri="{FF2B5EF4-FFF2-40B4-BE49-F238E27FC236}">
                    <a16:creationId xmlns:a16="http://schemas.microsoft.com/office/drawing/2014/main" id="{D62E32D2-58FA-3548-AEF1-371BB1BB4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1" name="Line 17">
                <a:extLst>
                  <a:ext uri="{FF2B5EF4-FFF2-40B4-BE49-F238E27FC236}">
                    <a16:creationId xmlns:a16="http://schemas.microsoft.com/office/drawing/2014/main" id="{140923BC-4913-6EA9-392C-FEBD0E33A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16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2" name="Line 18">
                <a:extLst>
                  <a:ext uri="{FF2B5EF4-FFF2-40B4-BE49-F238E27FC236}">
                    <a16:creationId xmlns:a16="http://schemas.microsoft.com/office/drawing/2014/main" id="{7BEE2778-9D65-AB4F-45D4-FF9D515D5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3" name="Line 19">
                <a:extLst>
                  <a:ext uri="{FF2B5EF4-FFF2-40B4-BE49-F238E27FC236}">
                    <a16:creationId xmlns:a16="http://schemas.microsoft.com/office/drawing/2014/main" id="{07C9FC8F-F4A4-4E57-43C4-47CD1D17C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4" name="Line 20">
                <a:extLst>
                  <a:ext uri="{FF2B5EF4-FFF2-40B4-BE49-F238E27FC236}">
                    <a16:creationId xmlns:a16="http://schemas.microsoft.com/office/drawing/2014/main" id="{0A13E7B9-F962-5D1D-445A-A99A6CF0F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52" name="Line 21">
              <a:extLst>
                <a:ext uri="{FF2B5EF4-FFF2-40B4-BE49-F238E27FC236}">
                  <a16:creationId xmlns:a16="http://schemas.microsoft.com/office/drawing/2014/main" id="{3DF5DB5E-5F7C-1BAE-7BA5-09F4A19BE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0" y="407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3" name="Text Box 22">
              <a:extLst>
                <a:ext uri="{FF2B5EF4-FFF2-40B4-BE49-F238E27FC236}">
                  <a16:creationId xmlns:a16="http://schemas.microsoft.com/office/drawing/2014/main" id="{7DD4D785-59F2-7437-5F07-3764A8A3A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" y="453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77873" name="Text Box 49">
            <a:extLst>
              <a:ext uri="{FF2B5EF4-FFF2-40B4-BE49-F238E27FC236}">
                <a16:creationId xmlns:a16="http://schemas.microsoft.com/office/drawing/2014/main" id="{EF436D87-5B33-A92F-EA31-CB953C13D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60350"/>
            <a:ext cx="338455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梁</a:t>
            </a:r>
            <a:r>
              <a:rPr lang="en-US" altLang="zh-CN" sz="2400">
                <a:latin typeface="Times New Roman" panose="02020603050405020304" pitchFamily="18" charset="0"/>
              </a:rPr>
              <a:t>. </a:t>
            </a:r>
            <a:r>
              <a:rPr lang="zh-CN" altLang="en-US" sz="2400">
                <a:latin typeface="Times New Roman" panose="02020603050405020304" pitchFamily="18" charset="0"/>
              </a:rPr>
              <a:t>端部支座约束</a:t>
            </a:r>
          </a:p>
        </p:txBody>
      </p:sp>
      <p:sp>
        <p:nvSpPr>
          <p:cNvPr id="77877" name="Rectangle 53">
            <a:extLst>
              <a:ext uri="{FF2B5EF4-FFF2-40B4-BE49-F238E27FC236}">
                <a16:creationId xmlns:a16="http://schemas.microsoft.com/office/drawing/2014/main" id="{1BBBA1B4-755E-282D-7EA8-CEB5D9B31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21038"/>
            <a:ext cx="2262187" cy="414337"/>
          </a:xfrm>
          <a:prstGeom prst="rect">
            <a:avLst/>
          </a:prstGeom>
          <a:solidFill>
            <a:srgbClr val="800000"/>
          </a:solidFill>
          <a:ln w="12700" cap="sq" algn="ctr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 b="1">
                <a:solidFill>
                  <a:schemeClr val="bg1"/>
                </a:solidFill>
                <a:latin typeface="Garamond" panose="02020404030301010803" pitchFamily="18" charset="0"/>
              </a:rPr>
              <a:t>变形几何关系</a:t>
            </a:r>
          </a:p>
        </p:txBody>
      </p:sp>
      <p:graphicFrame>
        <p:nvGraphicFramePr>
          <p:cNvPr id="77939" name="Group 115">
            <a:extLst>
              <a:ext uri="{FF2B5EF4-FFF2-40B4-BE49-F238E27FC236}">
                <a16:creationId xmlns:a16="http://schemas.microsoft.com/office/drawing/2014/main" id="{AAA2F57D-BEAF-F098-BAA2-2050394A17D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71550" y="3716338"/>
          <a:ext cx="7200900" cy="2435225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固定和可动铰支座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固定端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=~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滑动固定端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~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自由端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~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7942" name="Group 118">
            <a:extLst>
              <a:ext uri="{FF2B5EF4-FFF2-40B4-BE49-F238E27FC236}">
                <a16:creationId xmlns:a16="http://schemas.microsoft.com/office/drawing/2014/main" id="{324E1E46-CB7A-6E56-B505-E935F701AC91}"/>
              </a:ext>
            </a:extLst>
          </p:cNvPr>
          <p:cNvGrpSpPr>
            <a:grpSpLocks/>
          </p:cNvGrpSpPr>
          <p:nvPr/>
        </p:nvGrpSpPr>
        <p:grpSpPr bwMode="auto">
          <a:xfrm>
            <a:off x="4827588" y="1136650"/>
            <a:ext cx="3994150" cy="1512888"/>
            <a:chOff x="158" y="391"/>
            <a:chExt cx="2516" cy="953"/>
          </a:xfrm>
        </p:grpSpPr>
        <p:grpSp>
          <p:nvGrpSpPr>
            <p:cNvPr id="20522" name="Group 119">
              <a:extLst>
                <a:ext uri="{FF2B5EF4-FFF2-40B4-BE49-F238E27FC236}">
                  <a16:creationId xmlns:a16="http://schemas.microsoft.com/office/drawing/2014/main" id="{B7E88E78-9BEF-18DD-F008-AAAFB8DC11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7" y="839"/>
              <a:ext cx="480" cy="323"/>
              <a:chOff x="4895" y="2704"/>
              <a:chExt cx="480" cy="323"/>
            </a:xfrm>
          </p:grpSpPr>
          <p:grpSp>
            <p:nvGrpSpPr>
              <p:cNvPr id="20538" name="Group 120">
                <a:extLst>
                  <a:ext uri="{FF2B5EF4-FFF2-40B4-BE49-F238E27FC236}">
                    <a16:creationId xmlns:a16="http://schemas.microsoft.com/office/drawing/2014/main" id="{CD09A036-2FA0-21F1-24DF-FE8DC0A00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087" y="2739"/>
                <a:ext cx="96" cy="480"/>
                <a:chOff x="192" y="672"/>
                <a:chExt cx="96" cy="480"/>
              </a:xfrm>
            </p:grpSpPr>
            <p:sp>
              <p:nvSpPr>
                <p:cNvPr id="20548" name="Rectangle 121">
                  <a:extLst>
                    <a:ext uri="{FF2B5EF4-FFF2-40B4-BE49-F238E27FC236}">
                      <a16:creationId xmlns:a16="http://schemas.microsoft.com/office/drawing/2014/main" id="{55F57609-D1E5-B51C-3F30-AB9CF0622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49" name="Line 122">
                  <a:extLst>
                    <a:ext uri="{FF2B5EF4-FFF2-40B4-BE49-F238E27FC236}">
                      <a16:creationId xmlns:a16="http://schemas.microsoft.com/office/drawing/2014/main" id="{F03C109A-5743-3301-D580-75A99F421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539" name="Oval 123">
                <a:extLst>
                  <a:ext uri="{FF2B5EF4-FFF2-40B4-BE49-F238E27FC236}">
                    <a16:creationId xmlns:a16="http://schemas.microsoft.com/office/drawing/2014/main" id="{2F67C27B-848D-27ED-29E0-D216E0656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40" name="Oval 124">
                <a:extLst>
                  <a:ext uri="{FF2B5EF4-FFF2-40B4-BE49-F238E27FC236}">
                    <a16:creationId xmlns:a16="http://schemas.microsoft.com/office/drawing/2014/main" id="{9137286F-1B99-BFED-022A-A527B05B7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41" name="Line 125">
                <a:extLst>
                  <a:ext uri="{FF2B5EF4-FFF2-40B4-BE49-F238E27FC236}">
                    <a16:creationId xmlns:a16="http://schemas.microsoft.com/office/drawing/2014/main" id="{4CABA4F3-12C9-C740-22E9-7253DDEBD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4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2" name="Line 126">
                <a:extLst>
                  <a:ext uri="{FF2B5EF4-FFF2-40B4-BE49-F238E27FC236}">
                    <a16:creationId xmlns:a16="http://schemas.microsoft.com/office/drawing/2014/main" id="{D4545248-7482-25BF-0AAE-736F48D46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05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3" name="Oval 127">
                <a:extLst>
                  <a:ext uri="{FF2B5EF4-FFF2-40B4-BE49-F238E27FC236}">
                    <a16:creationId xmlns:a16="http://schemas.microsoft.com/office/drawing/2014/main" id="{4E07F818-56B5-0431-4F73-49F266BB9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44" name="Oval 128">
                <a:extLst>
                  <a:ext uri="{FF2B5EF4-FFF2-40B4-BE49-F238E27FC236}">
                    <a16:creationId xmlns:a16="http://schemas.microsoft.com/office/drawing/2014/main" id="{24895A97-C0B8-3982-883B-2607600DB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/>
              </a:p>
            </p:txBody>
          </p:sp>
          <p:grpSp>
            <p:nvGrpSpPr>
              <p:cNvPr id="20545" name="Group 129">
                <a:extLst>
                  <a:ext uri="{FF2B5EF4-FFF2-40B4-BE49-F238E27FC236}">
                    <a16:creationId xmlns:a16="http://schemas.microsoft.com/office/drawing/2014/main" id="{F1E9C83B-B426-1C4B-CF4A-DFEB45B963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057" y="2704"/>
                <a:ext cx="136" cy="106"/>
                <a:chOff x="192" y="672"/>
                <a:chExt cx="96" cy="480"/>
              </a:xfrm>
            </p:grpSpPr>
            <p:sp>
              <p:nvSpPr>
                <p:cNvPr id="20546" name="Rectangle 130">
                  <a:extLst>
                    <a:ext uri="{FF2B5EF4-FFF2-40B4-BE49-F238E27FC236}">
                      <a16:creationId xmlns:a16="http://schemas.microsoft.com/office/drawing/2014/main" id="{FE0219FA-B60B-DE47-1965-BA62D5D942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47" name="Line 131">
                  <a:extLst>
                    <a:ext uri="{FF2B5EF4-FFF2-40B4-BE49-F238E27FC236}">
                      <a16:creationId xmlns:a16="http://schemas.microsoft.com/office/drawing/2014/main" id="{64CA0D87-EB77-C8D2-2E3E-6EFE015A2A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0523" name="Group 132">
              <a:extLst>
                <a:ext uri="{FF2B5EF4-FFF2-40B4-BE49-F238E27FC236}">
                  <a16:creationId xmlns:a16="http://schemas.microsoft.com/office/drawing/2014/main" id="{237B622F-4B5F-FE16-1D29-F36FE66AF3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" y="1008"/>
              <a:ext cx="1920" cy="336"/>
              <a:chOff x="288" y="1056"/>
              <a:chExt cx="1920" cy="336"/>
            </a:xfrm>
          </p:grpSpPr>
          <p:sp>
            <p:nvSpPr>
              <p:cNvPr id="20534" name="Line 133">
                <a:extLst>
                  <a:ext uri="{FF2B5EF4-FFF2-40B4-BE49-F238E27FC236}">
                    <a16:creationId xmlns:a16="http://schemas.microsoft.com/office/drawing/2014/main" id="{5C93B9D5-7C04-94E4-2964-7A9A2FD8C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5" name="Line 134">
                <a:extLst>
                  <a:ext uri="{FF2B5EF4-FFF2-40B4-BE49-F238E27FC236}">
                    <a16:creationId xmlns:a16="http://schemas.microsoft.com/office/drawing/2014/main" id="{539EBAC0-F7F6-66A7-E3D5-A3C360EA3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6" name="Line 135">
                <a:extLst>
                  <a:ext uri="{FF2B5EF4-FFF2-40B4-BE49-F238E27FC236}">
                    <a16:creationId xmlns:a16="http://schemas.microsoft.com/office/drawing/2014/main" id="{4DA04CBD-C4A3-C020-F078-B7061DABB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96"/>
                <a:ext cx="19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7" name="Text Box 136">
                <a:extLst>
                  <a:ext uri="{FF2B5EF4-FFF2-40B4-BE49-F238E27FC236}">
                    <a16:creationId xmlns:a16="http://schemas.microsoft.com/office/drawing/2014/main" id="{DA6F33EA-A5BB-CC09-497E-F4267DB27E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056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20524" name="Text Box 137">
              <a:extLst>
                <a:ext uri="{FF2B5EF4-FFF2-40B4-BE49-F238E27FC236}">
                  <a16:creationId xmlns:a16="http://schemas.microsoft.com/office/drawing/2014/main" id="{D4F19D88-E17B-C75B-61C6-C8EE39C27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" y="391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20525" name="AutoShape 138">
              <a:extLst>
                <a:ext uri="{FF2B5EF4-FFF2-40B4-BE49-F238E27FC236}">
                  <a16:creationId xmlns:a16="http://schemas.microsoft.com/office/drawing/2014/main" id="{4EE3D2AB-3E5C-6B11-02CF-CE8BE33EE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528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6" name="Rectangle 139">
              <a:extLst>
                <a:ext uri="{FF2B5EF4-FFF2-40B4-BE49-F238E27FC236}">
                  <a16:creationId xmlns:a16="http://schemas.microsoft.com/office/drawing/2014/main" id="{18A72E02-5D02-7901-5C57-23598BAF5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816"/>
              <a:ext cx="1968" cy="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0527" name="Group 140">
              <a:extLst>
                <a:ext uri="{FF2B5EF4-FFF2-40B4-BE49-F238E27FC236}">
                  <a16:creationId xmlns:a16="http://schemas.microsoft.com/office/drawing/2014/main" id="{98F2E0DD-A5CD-9163-69CB-50AE289D1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624"/>
              <a:ext cx="96" cy="480"/>
              <a:chOff x="192" y="672"/>
              <a:chExt cx="96" cy="480"/>
            </a:xfrm>
          </p:grpSpPr>
          <p:sp>
            <p:nvSpPr>
              <p:cNvPr id="20532" name="Rectangle 141">
                <a:extLst>
                  <a:ext uri="{FF2B5EF4-FFF2-40B4-BE49-F238E27FC236}">
                    <a16:creationId xmlns:a16="http://schemas.microsoft.com/office/drawing/2014/main" id="{7BD4394A-9A85-2AA8-137A-8D9886D59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672"/>
                <a:ext cx="96" cy="480"/>
              </a:xfrm>
              <a:prstGeom prst="rect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33" name="Line 142">
                <a:extLst>
                  <a:ext uri="{FF2B5EF4-FFF2-40B4-BE49-F238E27FC236}">
                    <a16:creationId xmlns:a16="http://schemas.microsoft.com/office/drawing/2014/main" id="{A93F3F9E-99B5-928C-03AD-B58E69002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" y="672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28" name="Text Box 143">
              <a:extLst>
                <a:ext uri="{FF2B5EF4-FFF2-40B4-BE49-F238E27FC236}">
                  <a16:creationId xmlns:a16="http://schemas.microsoft.com/office/drawing/2014/main" id="{A6C6117A-1DDD-9027-7B3E-804E9C93D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75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29" name="Line 144">
              <a:extLst>
                <a:ext uri="{FF2B5EF4-FFF2-40B4-BE49-F238E27FC236}">
                  <a16:creationId xmlns:a16="http://schemas.microsoft.com/office/drawing/2014/main" id="{8CF4F264-588C-74B4-E106-C995D71A9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" y="39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Text Box 145">
              <a:extLst>
                <a:ext uri="{FF2B5EF4-FFF2-40B4-BE49-F238E27FC236}">
                  <a16:creationId xmlns:a16="http://schemas.microsoft.com/office/drawing/2014/main" id="{090A0763-D279-E002-76A5-4EF3B87B9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" y="541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531" name="Text Box 146">
              <a:extLst>
                <a:ext uri="{FF2B5EF4-FFF2-40B4-BE49-F238E27FC236}">
                  <a16:creationId xmlns:a16="http://schemas.microsoft.com/office/drawing/2014/main" id="{18CE3A16-0B21-5A8B-5115-237E54D9F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91"/>
              <a:ext cx="2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77971" name="Rectangle 147">
            <a:extLst>
              <a:ext uri="{FF2B5EF4-FFF2-40B4-BE49-F238E27FC236}">
                <a16:creationId xmlns:a16="http://schemas.microsoft.com/office/drawing/2014/main" id="{9D6FEE1B-33A2-142D-0B6C-56831AD3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65400"/>
            <a:ext cx="280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=0+</a:t>
            </a:r>
            <a:r>
              <a:rPr kumimoji="1" lang="zh-CN" altLang="en-US" sz="2400" i="1">
                <a:latin typeface="Times New Roman" panose="02020603050405020304" pitchFamily="18" charset="0"/>
              </a:rPr>
              <a:t>全部反力</a:t>
            </a:r>
          </a:p>
        </p:txBody>
      </p:sp>
      <p:sp>
        <p:nvSpPr>
          <p:cNvPr id="77972" name="Rectangle 148">
            <a:extLst>
              <a:ext uri="{FF2B5EF4-FFF2-40B4-BE49-F238E27FC236}">
                <a16:creationId xmlns:a16="http://schemas.microsoft.com/office/drawing/2014/main" id="{C442F923-56E4-60AF-5F04-E6D6C1C5A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781300"/>
            <a:ext cx="396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 </a:t>
            </a:r>
            <a:r>
              <a:rPr kumimoji="1" lang="en-US" altLang="zh-CN" sz="2400" i="1"/>
              <a:t>+</a:t>
            </a:r>
            <a:r>
              <a:rPr kumimoji="1" lang="zh-CN" altLang="en-US" sz="2400" i="1"/>
              <a:t>全部反力</a:t>
            </a:r>
          </a:p>
        </p:txBody>
      </p:sp>
      <p:sp>
        <p:nvSpPr>
          <p:cNvPr id="77973" name="Text Box 149">
            <a:extLst>
              <a:ext uri="{FF2B5EF4-FFF2-40B4-BE49-F238E27FC236}">
                <a16:creationId xmlns:a16="http://schemas.microsoft.com/office/drawing/2014/main" id="{A401E159-3B3B-A063-4B40-BE71CA41A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49500"/>
            <a:ext cx="1727200" cy="116046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ea typeface="黑体" panose="02010609060101010101" pitchFamily="49" charset="-122"/>
              </a:rPr>
              <a:t>静力等效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ea typeface="黑体" panose="02010609060101010101" pitchFamily="49" charset="-122"/>
              </a:rPr>
              <a:t>几何等效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7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73" grpId="0" animBg="1"/>
      <p:bldP spid="77877" grpId="0" animBg="1"/>
      <p:bldP spid="77971" grpId="0"/>
      <p:bldP spid="77972" grpId="0"/>
      <p:bldP spid="779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C6C887B-149B-85B6-10C7-330571CC0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4300"/>
            <a:ext cx="386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4 </a:t>
            </a:r>
            <a:r>
              <a:rPr lang="zh-CN" altLang="en-US" sz="2400" b="1"/>
              <a:t>求图示梁的支座反力</a:t>
            </a:r>
            <a:r>
              <a:rPr lang="en-US" altLang="zh-CN" sz="2400" b="1"/>
              <a:t>.</a:t>
            </a:r>
          </a:p>
        </p:txBody>
      </p:sp>
      <p:graphicFrame>
        <p:nvGraphicFramePr>
          <p:cNvPr id="96259" name="Object 3">
            <a:extLst>
              <a:ext uri="{FF2B5EF4-FFF2-40B4-BE49-F238E27FC236}">
                <a16:creationId xmlns:a16="http://schemas.microsoft.com/office/drawing/2014/main" id="{AA75201D-D6CB-7FB0-53D2-F5F679A5BACA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278313" y="3789363"/>
          <a:ext cx="3559175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2077" imgH="809646" progId="Equation.DSMT4">
                  <p:embed/>
                </p:oleObj>
              </mc:Choice>
              <mc:Fallback>
                <p:oleObj name="Equation" r:id="rId2" imgW="1762077" imgH="80964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3789363"/>
                        <a:ext cx="3559175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rgbClr val="FFCC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>
            <a:extLst>
              <a:ext uri="{FF2B5EF4-FFF2-40B4-BE49-F238E27FC236}">
                <a16:creationId xmlns:a16="http://schemas.microsoft.com/office/drawing/2014/main" id="{1F0CA640-9E31-0A7A-C1F1-398F1615BE61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214813" y="981075"/>
          <a:ext cx="302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5404" imgH="438180" progId="Equation.DSMT4">
                  <p:embed/>
                </p:oleObj>
              </mc:Choice>
              <mc:Fallback>
                <p:oleObj name="Equation" r:id="rId4" imgW="1495404" imgH="4381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981075"/>
                        <a:ext cx="302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Rectangle 5">
            <a:extLst>
              <a:ext uri="{FF2B5EF4-FFF2-40B4-BE49-F238E27FC236}">
                <a16:creationId xmlns:a16="http://schemas.microsoft.com/office/drawing/2014/main" id="{F6AAD7FA-7969-515B-DEE4-B49036FF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49275"/>
            <a:ext cx="39608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的平衡条件，如图</a:t>
            </a:r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2561689B-7881-DCD0-49C6-2C9E1A1AA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1916113"/>
            <a:ext cx="41148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力与变形间的物理关系</a:t>
            </a:r>
          </a:p>
        </p:txBody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1B0E2DB4-E55B-CE11-1064-5D9542254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157788"/>
            <a:ext cx="24479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变形几何关系</a:t>
            </a:r>
          </a:p>
        </p:txBody>
      </p:sp>
      <p:grpSp>
        <p:nvGrpSpPr>
          <p:cNvPr id="96265" name="Group 9">
            <a:extLst>
              <a:ext uri="{FF2B5EF4-FFF2-40B4-BE49-F238E27FC236}">
                <a16:creationId xmlns:a16="http://schemas.microsoft.com/office/drawing/2014/main" id="{1A6E2CD7-C4BB-31B4-F225-1B1E1CDF59D3}"/>
              </a:ext>
            </a:extLst>
          </p:cNvPr>
          <p:cNvGrpSpPr>
            <a:grpSpLocks/>
          </p:cNvGrpSpPr>
          <p:nvPr/>
        </p:nvGrpSpPr>
        <p:grpSpPr bwMode="auto">
          <a:xfrm>
            <a:off x="0" y="1989138"/>
            <a:ext cx="4284663" cy="1439862"/>
            <a:chOff x="0" y="1253"/>
            <a:chExt cx="2699" cy="907"/>
          </a:xfrm>
        </p:grpSpPr>
        <p:sp>
          <p:nvSpPr>
            <p:cNvPr id="21556" name="Rectangle 10">
              <a:extLst>
                <a:ext uri="{FF2B5EF4-FFF2-40B4-BE49-F238E27FC236}">
                  <a16:creationId xmlns:a16="http://schemas.microsoft.com/office/drawing/2014/main" id="{AB525E22-CD2C-1CFB-6DDB-32E7B9D26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" y="187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sA</a:t>
              </a:r>
            </a:p>
          </p:txBody>
        </p:sp>
        <p:grpSp>
          <p:nvGrpSpPr>
            <p:cNvPr id="21557" name="Group 11">
              <a:extLst>
                <a:ext uri="{FF2B5EF4-FFF2-40B4-BE49-F238E27FC236}">
                  <a16:creationId xmlns:a16="http://schemas.microsoft.com/office/drawing/2014/main" id="{3CCF1B90-1BA8-F009-4729-1E8FE7D91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253"/>
              <a:ext cx="2699" cy="907"/>
              <a:chOff x="0" y="1253"/>
              <a:chExt cx="2699" cy="907"/>
            </a:xfrm>
          </p:grpSpPr>
          <p:sp>
            <p:nvSpPr>
              <p:cNvPr id="21558" name="AutoShape 12">
                <a:extLst>
                  <a:ext uri="{FF2B5EF4-FFF2-40B4-BE49-F238E27FC236}">
                    <a16:creationId xmlns:a16="http://schemas.microsoft.com/office/drawing/2014/main" id="{F8571C27-9F46-70F3-1E23-841AD28B1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4" y="143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59" name="Text Box 13">
                <a:extLst>
                  <a:ext uri="{FF2B5EF4-FFF2-40B4-BE49-F238E27FC236}">
                    <a16:creationId xmlns:a16="http://schemas.microsoft.com/office/drawing/2014/main" id="{8F361616-8487-CFF8-8153-FD15D7853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1" y="129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60" name="Rectangle 14">
                <a:extLst>
                  <a:ext uri="{FF2B5EF4-FFF2-40B4-BE49-F238E27FC236}">
                    <a16:creationId xmlns:a16="http://schemas.microsoft.com/office/drawing/2014/main" id="{E446086E-8BC4-477A-0069-E1E5A49A8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" y="171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61" name="Arc 15">
                <a:extLst>
                  <a:ext uri="{FF2B5EF4-FFF2-40B4-BE49-F238E27FC236}">
                    <a16:creationId xmlns:a16="http://schemas.microsoft.com/office/drawing/2014/main" id="{AE6C8871-E740-DF85-1D17-C3558FDE67B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77" y="1480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2" name="Rectangle 16">
                <a:extLst>
                  <a:ext uri="{FF2B5EF4-FFF2-40B4-BE49-F238E27FC236}">
                    <a16:creationId xmlns:a16="http://schemas.microsoft.com/office/drawing/2014/main" id="{9D75AEDF-49A7-1337-9DA0-B8E8B2CE5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53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1563" name="AutoShape 17">
                <a:extLst>
                  <a:ext uri="{FF2B5EF4-FFF2-40B4-BE49-F238E27FC236}">
                    <a16:creationId xmlns:a16="http://schemas.microsoft.com/office/drawing/2014/main" id="{A99D4750-7813-AEFD-6EE2-31BDFDF9D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" y="1509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64" name="AutoShape 18">
                <a:extLst>
                  <a:ext uri="{FF2B5EF4-FFF2-40B4-BE49-F238E27FC236}">
                    <a16:creationId xmlns:a16="http://schemas.microsoft.com/office/drawing/2014/main" id="{C20F46C2-E332-D4C9-9AF9-EB9C8770C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209" y="1595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65" name="Arc 19">
                <a:extLst>
                  <a:ext uri="{FF2B5EF4-FFF2-40B4-BE49-F238E27FC236}">
                    <a16:creationId xmlns:a16="http://schemas.microsoft.com/office/drawing/2014/main" id="{06FF0FA3-CF6F-38D6-4936-229CEB69E5F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09" y="1575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6" name="Rectangle 20">
                <a:extLst>
                  <a:ext uri="{FF2B5EF4-FFF2-40B4-BE49-F238E27FC236}">
                    <a16:creationId xmlns:a16="http://schemas.microsoft.com/office/drawing/2014/main" id="{47FDA67A-9EC7-4809-264A-336C4E975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sB</a:t>
                </a:r>
              </a:p>
            </p:txBody>
          </p:sp>
          <p:sp>
            <p:nvSpPr>
              <p:cNvPr id="21567" name="Rectangle 21">
                <a:extLst>
                  <a:ext uri="{FF2B5EF4-FFF2-40B4-BE49-F238E27FC236}">
                    <a16:creationId xmlns:a16="http://schemas.microsoft.com/office/drawing/2014/main" id="{7B95EEE9-1DF9-99AE-8FBB-994CC5630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5" y="1298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grpSp>
        <p:nvGrpSpPr>
          <p:cNvPr id="96278" name="Group 22">
            <a:extLst>
              <a:ext uri="{FF2B5EF4-FFF2-40B4-BE49-F238E27FC236}">
                <a16:creationId xmlns:a16="http://schemas.microsoft.com/office/drawing/2014/main" id="{E1C17CE7-CE08-41B9-4710-5B2664DFA4F5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3429000"/>
            <a:ext cx="4067175" cy="1512888"/>
            <a:chOff x="22" y="2160"/>
            <a:chExt cx="2562" cy="953"/>
          </a:xfrm>
        </p:grpSpPr>
        <p:sp>
          <p:nvSpPr>
            <p:cNvPr id="21544" name="AutoShape 23">
              <a:extLst>
                <a:ext uri="{FF2B5EF4-FFF2-40B4-BE49-F238E27FC236}">
                  <a16:creationId xmlns:a16="http://schemas.microsoft.com/office/drawing/2014/main" id="{F87A2D85-E679-F3DE-88EB-92396FE9C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" y="2383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45" name="Rectangle 24">
              <a:extLst>
                <a:ext uri="{FF2B5EF4-FFF2-40B4-BE49-F238E27FC236}">
                  <a16:creationId xmlns:a16="http://schemas.microsoft.com/office/drawing/2014/main" id="{976C1AA8-9375-A35F-06FC-81D960D30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" y="2825"/>
              <a:ext cx="2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546" name="Group 25">
              <a:extLst>
                <a:ext uri="{FF2B5EF4-FFF2-40B4-BE49-F238E27FC236}">
                  <a16:creationId xmlns:a16="http://schemas.microsoft.com/office/drawing/2014/main" id="{AC3782FC-2270-4D89-FEEF-6A8DA8542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" y="2160"/>
              <a:ext cx="2562" cy="953"/>
              <a:chOff x="22" y="2160"/>
              <a:chExt cx="2562" cy="953"/>
            </a:xfrm>
          </p:grpSpPr>
          <p:sp>
            <p:nvSpPr>
              <p:cNvPr id="21547" name="Rectangle 26">
                <a:extLst>
                  <a:ext uri="{FF2B5EF4-FFF2-40B4-BE49-F238E27FC236}">
                    <a16:creationId xmlns:a16="http://schemas.microsoft.com/office/drawing/2014/main" id="{2A8F1F17-9D5F-86DA-E1AA-939ED1415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1548" name="Text Box 27">
                <a:extLst>
                  <a:ext uri="{FF2B5EF4-FFF2-40B4-BE49-F238E27FC236}">
                    <a16:creationId xmlns:a16="http://schemas.microsoft.com/office/drawing/2014/main" id="{BECDD4D6-5DF7-8A9A-FD9C-225FAD4767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3" y="225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9" name="Rectangle 28">
                <a:extLst>
                  <a:ext uri="{FF2B5EF4-FFF2-40B4-BE49-F238E27FC236}">
                    <a16:creationId xmlns:a16="http://schemas.microsoft.com/office/drawing/2014/main" id="{178411C7-762C-9508-1175-660AD62FA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" y="2671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50" name="Arc 29">
                <a:extLst>
                  <a:ext uri="{FF2B5EF4-FFF2-40B4-BE49-F238E27FC236}">
                    <a16:creationId xmlns:a16="http://schemas.microsoft.com/office/drawing/2014/main" id="{5C44AF50-2957-40C7-4937-0B1A5204AC2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9" y="2433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1" name="Rectangle 30">
                <a:extLst>
                  <a:ext uri="{FF2B5EF4-FFF2-40B4-BE49-F238E27FC236}">
                    <a16:creationId xmlns:a16="http://schemas.microsoft.com/office/drawing/2014/main" id="{389DC7DE-30CB-3E99-B37E-A8A9A8833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" y="216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1552" name="AutoShape 31">
                <a:extLst>
                  <a:ext uri="{FF2B5EF4-FFF2-40B4-BE49-F238E27FC236}">
                    <a16:creationId xmlns:a16="http://schemas.microsoft.com/office/drawing/2014/main" id="{25A7F5CD-ED4C-8BB6-1D56-A5AEAA45F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" y="2462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53" name="AutoShape 32">
                <a:extLst>
                  <a:ext uri="{FF2B5EF4-FFF2-40B4-BE49-F238E27FC236}">
                    <a16:creationId xmlns:a16="http://schemas.microsoft.com/office/drawing/2014/main" id="{D596C00C-25B3-32C8-F7EA-AF8303CE8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2231" y="2548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54" name="Arc 33">
                <a:extLst>
                  <a:ext uri="{FF2B5EF4-FFF2-40B4-BE49-F238E27FC236}">
                    <a16:creationId xmlns:a16="http://schemas.microsoft.com/office/drawing/2014/main" id="{437F4C4C-FC2A-92B4-373E-07B796FB23E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31" y="2528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5" name="Rectangle 34">
                <a:extLst>
                  <a:ext uri="{FF2B5EF4-FFF2-40B4-BE49-F238E27FC236}">
                    <a16:creationId xmlns:a16="http://schemas.microsoft.com/office/drawing/2014/main" id="{03F72951-7889-31CC-992C-92DA243E8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205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96291" name="Rectangle 35">
            <a:extLst>
              <a:ext uri="{FF2B5EF4-FFF2-40B4-BE49-F238E27FC236}">
                <a16:creationId xmlns:a16="http://schemas.microsoft.com/office/drawing/2014/main" id="{60FAA35B-C3CD-89DD-EAFF-7BA73113A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4451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=0,M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</a:t>
            </a:r>
          </a:p>
        </p:txBody>
      </p:sp>
      <p:grpSp>
        <p:nvGrpSpPr>
          <p:cNvPr id="21515" name="Group 71">
            <a:extLst>
              <a:ext uri="{FF2B5EF4-FFF2-40B4-BE49-F238E27FC236}">
                <a16:creationId xmlns:a16="http://schemas.microsoft.com/office/drawing/2014/main" id="{A33B8DD1-6B9D-A03A-D166-E72C3448E9F0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20713"/>
            <a:ext cx="3994150" cy="1512887"/>
            <a:chOff x="158" y="391"/>
            <a:chExt cx="2516" cy="953"/>
          </a:xfrm>
        </p:grpSpPr>
        <p:grpSp>
          <p:nvGrpSpPr>
            <p:cNvPr id="21522" name="Group 70">
              <a:extLst>
                <a:ext uri="{FF2B5EF4-FFF2-40B4-BE49-F238E27FC236}">
                  <a16:creationId xmlns:a16="http://schemas.microsoft.com/office/drawing/2014/main" id="{67314BE2-88D7-3017-C834-0995B46D8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391"/>
              <a:ext cx="2516" cy="953"/>
              <a:chOff x="158" y="391"/>
              <a:chExt cx="2516" cy="953"/>
            </a:xfrm>
          </p:grpSpPr>
          <p:grpSp>
            <p:nvGrpSpPr>
              <p:cNvPr id="21525" name="Group 39">
                <a:extLst>
                  <a:ext uri="{FF2B5EF4-FFF2-40B4-BE49-F238E27FC236}">
                    <a16:creationId xmlns:a16="http://schemas.microsoft.com/office/drawing/2014/main" id="{B3001177-0269-6EF3-2469-440752BCD4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2175" y="960"/>
                <a:ext cx="96" cy="227"/>
                <a:chOff x="192" y="672"/>
                <a:chExt cx="96" cy="480"/>
              </a:xfrm>
            </p:grpSpPr>
            <p:sp>
              <p:nvSpPr>
                <p:cNvPr id="21542" name="Rectangle 40">
                  <a:extLst>
                    <a:ext uri="{FF2B5EF4-FFF2-40B4-BE49-F238E27FC236}">
                      <a16:creationId xmlns:a16="http://schemas.microsoft.com/office/drawing/2014/main" id="{E4D9115B-5912-DAFF-DF61-711C722400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1543" name="Line 41">
                  <a:extLst>
                    <a:ext uri="{FF2B5EF4-FFF2-40B4-BE49-F238E27FC236}">
                      <a16:creationId xmlns:a16="http://schemas.microsoft.com/office/drawing/2014/main" id="{0A301BFE-C712-590B-8A9C-3ABED7B2B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526" name="Oval 47">
                <a:extLst>
                  <a:ext uri="{FF2B5EF4-FFF2-40B4-BE49-F238E27FC236}">
                    <a16:creationId xmlns:a16="http://schemas.microsoft.com/office/drawing/2014/main" id="{2E73DFF1-44BF-2AE9-9449-723A810B4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199" y="980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/>
              </a:p>
            </p:txBody>
          </p:sp>
          <p:grpSp>
            <p:nvGrpSpPr>
              <p:cNvPr id="21527" name="Group 51">
                <a:extLst>
                  <a:ext uri="{FF2B5EF4-FFF2-40B4-BE49-F238E27FC236}">
                    <a16:creationId xmlns:a16="http://schemas.microsoft.com/office/drawing/2014/main" id="{44406FD7-136F-9920-F58B-43E4CD3DE7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" y="1008"/>
                <a:ext cx="1920" cy="336"/>
                <a:chOff x="288" y="1056"/>
                <a:chExt cx="1920" cy="336"/>
              </a:xfrm>
            </p:grpSpPr>
            <p:sp>
              <p:nvSpPr>
                <p:cNvPr id="21538" name="Line 52">
                  <a:extLst>
                    <a:ext uri="{FF2B5EF4-FFF2-40B4-BE49-F238E27FC236}">
                      <a16:creationId xmlns:a16="http://schemas.microsoft.com/office/drawing/2014/main" id="{AB63E40E-436E-A810-349C-3F55535FA8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9" name="Line 53">
                  <a:extLst>
                    <a:ext uri="{FF2B5EF4-FFF2-40B4-BE49-F238E27FC236}">
                      <a16:creationId xmlns:a16="http://schemas.microsoft.com/office/drawing/2014/main" id="{50D0B4D6-A9D3-BA23-3F5C-63F165C24D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40" name="Line 54">
                  <a:extLst>
                    <a:ext uri="{FF2B5EF4-FFF2-40B4-BE49-F238E27FC236}">
                      <a16:creationId xmlns:a16="http://schemas.microsoft.com/office/drawing/2014/main" id="{1E57A7D9-4F03-263C-410E-507A08CAD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296"/>
                  <a:ext cx="19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stealth" w="med" len="lg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41" name="Text Box 55">
                  <a:extLst>
                    <a:ext uri="{FF2B5EF4-FFF2-40B4-BE49-F238E27FC236}">
                      <a16:creationId xmlns:a16="http://schemas.microsoft.com/office/drawing/2014/main" id="{EEA4713F-3FA5-1392-33BD-E4B71A961D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1056"/>
                  <a:ext cx="62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l</a:t>
                  </a:r>
                </a:p>
              </p:txBody>
            </p:sp>
          </p:grpSp>
          <p:sp>
            <p:nvSpPr>
              <p:cNvPr id="21528" name="Text Box 56">
                <a:extLst>
                  <a:ext uri="{FF2B5EF4-FFF2-40B4-BE49-F238E27FC236}">
                    <a16:creationId xmlns:a16="http://schemas.microsoft.com/office/drawing/2014/main" id="{C44E10D8-313A-1693-A8DE-EDBA8B00C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6" y="39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9" name="AutoShape 57">
                <a:extLst>
                  <a:ext uri="{FF2B5EF4-FFF2-40B4-BE49-F238E27FC236}">
                    <a16:creationId xmlns:a16="http://schemas.microsoft.com/office/drawing/2014/main" id="{BFCEEF1C-EAFC-3423-7D7E-572F06789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0" y="528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0" name="Rectangle 58">
                <a:extLst>
                  <a:ext uri="{FF2B5EF4-FFF2-40B4-BE49-F238E27FC236}">
                    <a16:creationId xmlns:a16="http://schemas.microsoft.com/office/drawing/2014/main" id="{AEB28658-FBC1-283E-F810-DB027DADE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" y="816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en-US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/>
                <a:endParaRPr kumimoji="1" lang="en-US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/>
                <a:endParaRPr kumimoji="1" lang="en-US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531" name="Group 59">
                <a:extLst>
                  <a:ext uri="{FF2B5EF4-FFF2-40B4-BE49-F238E27FC236}">
                    <a16:creationId xmlns:a16="http://schemas.microsoft.com/office/drawing/2014/main" id="{93995B05-3A7C-F12C-65AB-0D2BF73BCE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" y="624"/>
                <a:ext cx="96" cy="480"/>
                <a:chOff x="192" y="672"/>
                <a:chExt cx="96" cy="480"/>
              </a:xfrm>
            </p:grpSpPr>
            <p:sp>
              <p:nvSpPr>
                <p:cNvPr id="21536" name="Rectangle 60">
                  <a:extLst>
                    <a:ext uri="{FF2B5EF4-FFF2-40B4-BE49-F238E27FC236}">
                      <a16:creationId xmlns:a16="http://schemas.microsoft.com/office/drawing/2014/main" id="{74F06D0F-CF4F-EA3F-6108-9FC97CF7E9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1537" name="Line 61">
                  <a:extLst>
                    <a:ext uri="{FF2B5EF4-FFF2-40B4-BE49-F238E27FC236}">
                      <a16:creationId xmlns:a16="http://schemas.microsoft.com/office/drawing/2014/main" id="{9253BADB-733D-77D5-4336-E718EE4C6A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532" name="Text Box 62">
                <a:extLst>
                  <a:ext uri="{FF2B5EF4-FFF2-40B4-BE49-F238E27FC236}">
                    <a16:creationId xmlns:a16="http://schemas.microsoft.com/office/drawing/2014/main" id="{C5D35A36-62F1-B25B-F2CF-E90B77395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75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1533" name="Line 63">
                <a:extLst>
                  <a:ext uri="{FF2B5EF4-FFF2-40B4-BE49-F238E27FC236}">
                    <a16:creationId xmlns:a16="http://schemas.microsoft.com/office/drawing/2014/main" id="{26E2D03E-F043-73ED-DAE4-AA2794EB3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" y="391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4" name="Text Box 64">
                <a:extLst>
                  <a:ext uri="{FF2B5EF4-FFF2-40B4-BE49-F238E27FC236}">
                    <a16:creationId xmlns:a16="http://schemas.microsoft.com/office/drawing/2014/main" id="{2B2CECA9-CDA4-227B-64FE-DF5EF7E99F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8" y="541"/>
                <a:ext cx="1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1535" name="Text Box 65">
                <a:extLst>
                  <a:ext uri="{FF2B5EF4-FFF2-40B4-BE49-F238E27FC236}">
                    <a16:creationId xmlns:a16="http://schemas.microsoft.com/office/drawing/2014/main" id="{A7134448-1D1C-0E7B-5BA4-C060AB022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" y="391"/>
                <a:ext cx="2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</a:p>
            </p:txBody>
          </p:sp>
        </p:grpSp>
        <p:sp>
          <p:nvSpPr>
            <p:cNvPr id="21523" name="Text Box 8">
              <a:extLst>
                <a:ext uri="{FF2B5EF4-FFF2-40B4-BE49-F238E27FC236}">
                  <a16:creationId xmlns:a16="http://schemas.microsoft.com/office/drawing/2014/main" id="{76F15885-D25D-108B-E3F0-4B4141311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85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524" name="Line 36">
              <a:extLst>
                <a:ext uri="{FF2B5EF4-FFF2-40B4-BE49-F238E27FC236}">
                  <a16:creationId xmlns:a16="http://schemas.microsoft.com/office/drawing/2014/main" id="{1E2CFCEB-F7CD-000C-DA7B-557B04AE6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799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6" name="Oval 43">
            <a:extLst>
              <a:ext uri="{FF2B5EF4-FFF2-40B4-BE49-F238E27FC236}">
                <a16:creationId xmlns:a16="http://schemas.microsoft.com/office/drawing/2014/main" id="{48F4E366-3E35-1AEF-EB74-DAD147AFB08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90913" y="1412875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7" name="Line 45">
            <a:extLst>
              <a:ext uri="{FF2B5EF4-FFF2-40B4-BE49-F238E27FC236}">
                <a16:creationId xmlns:a16="http://schemas.microsoft.com/office/drawing/2014/main" id="{B9672DEA-ABA5-9D92-5350-C6811E64EBB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493294" y="1521619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22" name="Rectangle 66">
            <a:extLst>
              <a:ext uri="{FF2B5EF4-FFF2-40B4-BE49-F238E27FC236}">
                <a16:creationId xmlns:a16="http://schemas.microsoft.com/office/drawing/2014/main" id="{D571921B-7B88-368B-672C-A0549657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6165850"/>
            <a:ext cx="7129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=22Q/32, 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=-10Q/32, 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=-3Ql/16,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=-Ql</a:t>
            </a:r>
            <a:r>
              <a:rPr kumimoji="1" lang="en-US" altLang="zh-CN" sz="2400" i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/(32EI)</a:t>
            </a:r>
          </a:p>
        </p:txBody>
      </p:sp>
      <p:grpSp>
        <p:nvGrpSpPr>
          <p:cNvPr id="96323" name="Group 67">
            <a:extLst>
              <a:ext uri="{FF2B5EF4-FFF2-40B4-BE49-F238E27FC236}">
                <a16:creationId xmlns:a16="http://schemas.microsoft.com/office/drawing/2014/main" id="{D33B7640-7F0C-8B7C-65CB-D8D4662BE818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492375"/>
            <a:ext cx="4494213" cy="1819275"/>
            <a:chOff x="2608" y="1570"/>
            <a:chExt cx="2831" cy="1146"/>
          </a:xfrm>
        </p:grpSpPr>
        <p:graphicFrame>
          <p:nvGraphicFramePr>
            <p:cNvPr id="21520" name="Object 68">
              <a:extLst>
                <a:ext uri="{FF2B5EF4-FFF2-40B4-BE49-F238E27FC236}">
                  <a16:creationId xmlns:a16="http://schemas.microsoft.com/office/drawing/2014/main" id="{74377E81-337F-5549-CC41-304A524358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570"/>
            <a:ext cx="268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14536" imgH="561954" progId="Equation.DSMT4">
                    <p:embed/>
                  </p:oleObj>
                </mc:Choice>
                <mc:Fallback>
                  <p:oleObj name="Equation" r:id="rId7" imgW="2114536" imgH="561954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570"/>
                          <a:ext cx="268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" name="AutoShape 69">
              <a:hlinkClick r:id="rId9" action="ppaction://hlinksldjump" highlightClick="1"/>
              <a:extLst>
                <a:ext uri="{FF2B5EF4-FFF2-40B4-BE49-F238E27FC236}">
                  <a16:creationId xmlns:a16="http://schemas.microsoft.com/office/drawing/2014/main" id="{44B6E15A-17F2-A8A6-A600-F150C34FF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2523"/>
              <a:ext cx="336" cy="193"/>
            </a:xfrm>
            <a:prstGeom prst="actionButtonForwardNex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6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6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 autoUpdateAnimBg="0"/>
      <p:bldP spid="96262" grpId="0" autoUpdateAnimBg="0"/>
      <p:bldP spid="96263" grpId="0" autoUpdateAnimBg="0"/>
      <p:bldP spid="96291" grpId="0"/>
      <p:bldP spid="963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B6793539-3A61-E1A4-F682-C1A52B807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4300"/>
            <a:ext cx="3938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5 </a:t>
            </a:r>
            <a:r>
              <a:rPr lang="zh-CN" altLang="en-US" sz="2400" b="1"/>
              <a:t>求图示梁的支座反力</a:t>
            </a:r>
            <a:r>
              <a:rPr lang="en-US" altLang="zh-CN" sz="2400" b="1"/>
              <a:t>.</a:t>
            </a:r>
          </a:p>
        </p:txBody>
      </p:sp>
      <p:graphicFrame>
        <p:nvGraphicFramePr>
          <p:cNvPr id="80010" name="Object 138">
            <a:extLst>
              <a:ext uri="{FF2B5EF4-FFF2-40B4-BE49-F238E27FC236}">
                <a16:creationId xmlns:a16="http://schemas.microsoft.com/office/drawing/2014/main" id="{BCB4E699-1B1B-8ADD-A3BC-7095008EC243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278313" y="3789363"/>
          <a:ext cx="3559175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2077" imgH="809646" progId="Equation.DSMT4">
                  <p:embed/>
                </p:oleObj>
              </mc:Choice>
              <mc:Fallback>
                <p:oleObj name="Equation" r:id="rId2" imgW="1762077" imgH="809646" progId="Equation.DSMT4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3789363"/>
                        <a:ext cx="3559175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rgbClr val="FFCC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81" name="Object 109">
            <a:extLst>
              <a:ext uri="{FF2B5EF4-FFF2-40B4-BE49-F238E27FC236}">
                <a16:creationId xmlns:a16="http://schemas.microsoft.com/office/drawing/2014/main" id="{9C9DF259-5E51-BAED-4FB1-5D12CAA3ECE7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214813" y="981075"/>
          <a:ext cx="302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5404" imgH="438180" progId="Equation.DSMT4">
                  <p:embed/>
                </p:oleObj>
              </mc:Choice>
              <mc:Fallback>
                <p:oleObj name="Equation" r:id="rId4" imgW="1495404" imgH="438180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981075"/>
                        <a:ext cx="302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19" name="Rectangle 47">
            <a:extLst>
              <a:ext uri="{FF2B5EF4-FFF2-40B4-BE49-F238E27FC236}">
                <a16:creationId xmlns:a16="http://schemas.microsoft.com/office/drawing/2014/main" id="{8B10541E-88D7-3E3E-DF3D-8275647CA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49275"/>
            <a:ext cx="39608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的平衡条件，如图</a:t>
            </a:r>
          </a:p>
        </p:txBody>
      </p:sp>
      <p:sp>
        <p:nvSpPr>
          <p:cNvPr id="79920" name="Rectangle 48">
            <a:extLst>
              <a:ext uri="{FF2B5EF4-FFF2-40B4-BE49-F238E27FC236}">
                <a16:creationId xmlns:a16="http://schemas.microsoft.com/office/drawing/2014/main" id="{CB71E164-8569-05D3-E336-4F2E9379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1916113"/>
            <a:ext cx="41148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力与变形间的物理关系</a:t>
            </a:r>
          </a:p>
        </p:txBody>
      </p:sp>
      <p:sp>
        <p:nvSpPr>
          <p:cNvPr id="79921" name="Rectangle 49">
            <a:extLst>
              <a:ext uri="{FF2B5EF4-FFF2-40B4-BE49-F238E27FC236}">
                <a16:creationId xmlns:a16="http://schemas.microsoft.com/office/drawing/2014/main" id="{531BA20A-548C-E66A-50C9-F45375CBA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157788"/>
            <a:ext cx="24479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变形几何关系</a:t>
            </a:r>
          </a:p>
        </p:txBody>
      </p:sp>
      <p:sp>
        <p:nvSpPr>
          <p:cNvPr id="22536" name="Text Box 124">
            <a:extLst>
              <a:ext uri="{FF2B5EF4-FFF2-40B4-BE49-F238E27FC236}">
                <a16:creationId xmlns:a16="http://schemas.microsoft.com/office/drawing/2014/main" id="{4005984A-EAD6-7024-8D13-6137312ED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93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grpSp>
        <p:nvGrpSpPr>
          <p:cNvPr id="80101" name="Group 229">
            <a:extLst>
              <a:ext uri="{FF2B5EF4-FFF2-40B4-BE49-F238E27FC236}">
                <a16:creationId xmlns:a16="http://schemas.microsoft.com/office/drawing/2014/main" id="{0BEF28BE-18C5-7098-3A58-84DB8C7A9A68}"/>
              </a:ext>
            </a:extLst>
          </p:cNvPr>
          <p:cNvGrpSpPr>
            <a:grpSpLocks/>
          </p:cNvGrpSpPr>
          <p:nvPr/>
        </p:nvGrpSpPr>
        <p:grpSpPr bwMode="auto">
          <a:xfrm>
            <a:off x="0" y="1989138"/>
            <a:ext cx="4284663" cy="1439862"/>
            <a:chOff x="0" y="1253"/>
            <a:chExt cx="2699" cy="907"/>
          </a:xfrm>
        </p:grpSpPr>
        <p:sp>
          <p:nvSpPr>
            <p:cNvPr id="22587" name="Rectangle 132">
              <a:extLst>
                <a:ext uri="{FF2B5EF4-FFF2-40B4-BE49-F238E27FC236}">
                  <a16:creationId xmlns:a16="http://schemas.microsoft.com/office/drawing/2014/main" id="{EEF930D0-3376-631C-32CE-74A02214C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" y="1872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sA</a:t>
              </a:r>
            </a:p>
          </p:txBody>
        </p:sp>
        <p:grpSp>
          <p:nvGrpSpPr>
            <p:cNvPr id="22588" name="Group 227">
              <a:extLst>
                <a:ext uri="{FF2B5EF4-FFF2-40B4-BE49-F238E27FC236}">
                  <a16:creationId xmlns:a16="http://schemas.microsoft.com/office/drawing/2014/main" id="{6B75B485-9594-38E1-4AA2-778706B4F5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253"/>
              <a:ext cx="2699" cy="907"/>
              <a:chOff x="0" y="1253"/>
              <a:chExt cx="2699" cy="907"/>
            </a:xfrm>
          </p:grpSpPr>
          <p:sp>
            <p:nvSpPr>
              <p:cNvPr id="22589" name="AutoShape 2">
                <a:extLst>
                  <a:ext uri="{FF2B5EF4-FFF2-40B4-BE49-F238E27FC236}">
                    <a16:creationId xmlns:a16="http://schemas.microsoft.com/office/drawing/2014/main" id="{0E3BDDF1-D0E2-AC51-B59A-91D24FC79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4" y="143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90" name="Text Box 69">
                <a:extLst>
                  <a:ext uri="{FF2B5EF4-FFF2-40B4-BE49-F238E27FC236}">
                    <a16:creationId xmlns:a16="http://schemas.microsoft.com/office/drawing/2014/main" id="{5BB47440-89BD-53C4-565C-2FD6B11F0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1" y="129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1" name="Rectangle 70">
                <a:extLst>
                  <a:ext uri="{FF2B5EF4-FFF2-40B4-BE49-F238E27FC236}">
                    <a16:creationId xmlns:a16="http://schemas.microsoft.com/office/drawing/2014/main" id="{BCBAB4C5-89F0-ED7A-9CEE-079024FD6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" y="171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2" name="Arc 129">
                <a:extLst>
                  <a:ext uri="{FF2B5EF4-FFF2-40B4-BE49-F238E27FC236}">
                    <a16:creationId xmlns:a16="http://schemas.microsoft.com/office/drawing/2014/main" id="{47B444A8-1428-CDBD-6D07-769CA461764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77" y="1480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3" name="Rectangle 130">
                <a:extLst>
                  <a:ext uri="{FF2B5EF4-FFF2-40B4-BE49-F238E27FC236}">
                    <a16:creationId xmlns:a16="http://schemas.microsoft.com/office/drawing/2014/main" id="{6DA4AD96-A6FF-B931-87B7-B0B03C7D6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53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2594" name="AutoShape 131">
                <a:extLst>
                  <a:ext uri="{FF2B5EF4-FFF2-40B4-BE49-F238E27FC236}">
                    <a16:creationId xmlns:a16="http://schemas.microsoft.com/office/drawing/2014/main" id="{27B3221A-8199-B03B-D881-9F2BB9CE6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" y="1509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5" name="AutoShape 133">
                <a:extLst>
                  <a:ext uri="{FF2B5EF4-FFF2-40B4-BE49-F238E27FC236}">
                    <a16:creationId xmlns:a16="http://schemas.microsoft.com/office/drawing/2014/main" id="{697CCF95-502F-4C2C-9ADE-E54C59648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209" y="1595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6" name="Arc 134">
                <a:extLst>
                  <a:ext uri="{FF2B5EF4-FFF2-40B4-BE49-F238E27FC236}">
                    <a16:creationId xmlns:a16="http://schemas.microsoft.com/office/drawing/2014/main" id="{D8946BB4-9E45-496D-093A-E7A0E663C9F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09" y="1575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7" name="Rectangle 136">
                <a:extLst>
                  <a:ext uri="{FF2B5EF4-FFF2-40B4-BE49-F238E27FC236}">
                    <a16:creationId xmlns:a16="http://schemas.microsoft.com/office/drawing/2014/main" id="{94EDFC14-A6AC-2343-4B3A-282A80127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sB</a:t>
                </a:r>
              </a:p>
            </p:txBody>
          </p:sp>
          <p:sp>
            <p:nvSpPr>
              <p:cNvPr id="22598" name="Rectangle 137">
                <a:extLst>
                  <a:ext uri="{FF2B5EF4-FFF2-40B4-BE49-F238E27FC236}">
                    <a16:creationId xmlns:a16="http://schemas.microsoft.com/office/drawing/2014/main" id="{DB2A248C-0A5D-A709-E82D-819763233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5" y="1298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grpSp>
        <p:nvGrpSpPr>
          <p:cNvPr id="80102" name="Group 230">
            <a:extLst>
              <a:ext uri="{FF2B5EF4-FFF2-40B4-BE49-F238E27FC236}">
                <a16:creationId xmlns:a16="http://schemas.microsoft.com/office/drawing/2014/main" id="{4FD6E077-8033-D162-DFE9-0F2B4009D12A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3429000"/>
            <a:ext cx="4067175" cy="1512888"/>
            <a:chOff x="22" y="2160"/>
            <a:chExt cx="2562" cy="953"/>
          </a:xfrm>
        </p:grpSpPr>
        <p:sp>
          <p:nvSpPr>
            <p:cNvPr id="22575" name="AutoShape 143">
              <a:extLst>
                <a:ext uri="{FF2B5EF4-FFF2-40B4-BE49-F238E27FC236}">
                  <a16:creationId xmlns:a16="http://schemas.microsoft.com/office/drawing/2014/main" id="{8874BE74-F0AF-D766-967B-AD50CB464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" y="2383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6" name="Rectangle 149">
              <a:extLst>
                <a:ext uri="{FF2B5EF4-FFF2-40B4-BE49-F238E27FC236}">
                  <a16:creationId xmlns:a16="http://schemas.microsoft.com/office/drawing/2014/main" id="{069FAE81-A5E4-ABCB-E5F6-080EC17A1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" y="2825"/>
              <a:ext cx="2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2577" name="Group 228">
              <a:extLst>
                <a:ext uri="{FF2B5EF4-FFF2-40B4-BE49-F238E27FC236}">
                  <a16:creationId xmlns:a16="http://schemas.microsoft.com/office/drawing/2014/main" id="{8721E7D0-3D43-5C7C-38FB-99D148D81E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" y="2160"/>
              <a:ext cx="2562" cy="953"/>
              <a:chOff x="22" y="2160"/>
              <a:chExt cx="2562" cy="953"/>
            </a:xfrm>
          </p:grpSpPr>
          <p:sp>
            <p:nvSpPr>
              <p:cNvPr id="22578" name="Rectangle 152">
                <a:extLst>
                  <a:ext uri="{FF2B5EF4-FFF2-40B4-BE49-F238E27FC236}">
                    <a16:creationId xmlns:a16="http://schemas.microsoft.com/office/drawing/2014/main" id="{BF8C5EF5-AA29-38B5-0347-EBDE0E0E1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2579" name="Text Box 144">
                <a:extLst>
                  <a:ext uri="{FF2B5EF4-FFF2-40B4-BE49-F238E27FC236}">
                    <a16:creationId xmlns:a16="http://schemas.microsoft.com/office/drawing/2014/main" id="{824AF866-694E-A447-82C5-B4F97DB3BD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3" y="225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0" name="Rectangle 145">
                <a:extLst>
                  <a:ext uri="{FF2B5EF4-FFF2-40B4-BE49-F238E27FC236}">
                    <a16:creationId xmlns:a16="http://schemas.microsoft.com/office/drawing/2014/main" id="{B954F49F-3486-F9C7-231E-64D7B674E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" y="2671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1" name="Arc 146">
                <a:extLst>
                  <a:ext uri="{FF2B5EF4-FFF2-40B4-BE49-F238E27FC236}">
                    <a16:creationId xmlns:a16="http://schemas.microsoft.com/office/drawing/2014/main" id="{5571F4FA-6653-8132-46A4-0ECCCF00D23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9" y="2433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2" name="Rectangle 147">
                <a:extLst>
                  <a:ext uri="{FF2B5EF4-FFF2-40B4-BE49-F238E27FC236}">
                    <a16:creationId xmlns:a16="http://schemas.microsoft.com/office/drawing/2014/main" id="{341BEBCE-6FD2-F820-E14A-2457C53C4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" y="216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2583" name="AutoShape 148">
                <a:extLst>
                  <a:ext uri="{FF2B5EF4-FFF2-40B4-BE49-F238E27FC236}">
                    <a16:creationId xmlns:a16="http://schemas.microsoft.com/office/drawing/2014/main" id="{A94056DF-CEA3-0DB8-B819-DF47B00F3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" y="2462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4" name="AutoShape 150">
                <a:extLst>
                  <a:ext uri="{FF2B5EF4-FFF2-40B4-BE49-F238E27FC236}">
                    <a16:creationId xmlns:a16="http://schemas.microsoft.com/office/drawing/2014/main" id="{1762E32A-7B80-A567-8A45-0FF325738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2231" y="2548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5" name="Arc 151">
                <a:extLst>
                  <a:ext uri="{FF2B5EF4-FFF2-40B4-BE49-F238E27FC236}">
                    <a16:creationId xmlns:a16="http://schemas.microsoft.com/office/drawing/2014/main" id="{7C45423E-9BD1-59ED-1D38-FFF238AA64D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31" y="2528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6" name="Rectangle 153">
                <a:extLst>
                  <a:ext uri="{FF2B5EF4-FFF2-40B4-BE49-F238E27FC236}">
                    <a16:creationId xmlns:a16="http://schemas.microsoft.com/office/drawing/2014/main" id="{3D9A6D1A-4047-4B41-C599-3D6E1CB8B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205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80045" name="Rectangle 173">
            <a:extLst>
              <a:ext uri="{FF2B5EF4-FFF2-40B4-BE49-F238E27FC236}">
                <a16:creationId xmlns:a16="http://schemas.microsoft.com/office/drawing/2014/main" id="{4AE603FE-C97E-083A-0D6C-44FE7DA5F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4451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22540" name="Line 174">
            <a:extLst>
              <a:ext uri="{FF2B5EF4-FFF2-40B4-BE49-F238E27FC236}">
                <a16:creationId xmlns:a16="http://schemas.microsoft.com/office/drawing/2014/main" id="{E229AF41-BC8B-2A57-FD06-BA536AB59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126841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1" name="Group 226">
            <a:extLst>
              <a:ext uri="{FF2B5EF4-FFF2-40B4-BE49-F238E27FC236}">
                <a16:creationId xmlns:a16="http://schemas.microsoft.com/office/drawing/2014/main" id="{43380075-7096-242F-F767-B826490CEA8E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20713"/>
            <a:ext cx="3994150" cy="1512887"/>
            <a:chOff x="158" y="391"/>
            <a:chExt cx="2516" cy="953"/>
          </a:xfrm>
        </p:grpSpPr>
        <p:grpSp>
          <p:nvGrpSpPr>
            <p:cNvPr id="22547" name="Group 208">
              <a:extLst>
                <a:ext uri="{FF2B5EF4-FFF2-40B4-BE49-F238E27FC236}">
                  <a16:creationId xmlns:a16="http://schemas.microsoft.com/office/drawing/2014/main" id="{DE6871D1-B3EC-F4AB-EA7F-85B6BF45D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7" y="839"/>
              <a:ext cx="480" cy="323"/>
              <a:chOff x="4895" y="2704"/>
              <a:chExt cx="480" cy="323"/>
            </a:xfrm>
          </p:grpSpPr>
          <p:grpSp>
            <p:nvGrpSpPr>
              <p:cNvPr id="22563" name="Group 209">
                <a:extLst>
                  <a:ext uri="{FF2B5EF4-FFF2-40B4-BE49-F238E27FC236}">
                    <a16:creationId xmlns:a16="http://schemas.microsoft.com/office/drawing/2014/main" id="{98DCD586-50B5-1A9B-7159-B01ACCAC8D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087" y="2739"/>
                <a:ext cx="96" cy="480"/>
                <a:chOff x="192" y="672"/>
                <a:chExt cx="96" cy="480"/>
              </a:xfrm>
            </p:grpSpPr>
            <p:sp>
              <p:nvSpPr>
                <p:cNvPr id="22573" name="Rectangle 210">
                  <a:extLst>
                    <a:ext uri="{FF2B5EF4-FFF2-40B4-BE49-F238E27FC236}">
                      <a16:creationId xmlns:a16="http://schemas.microsoft.com/office/drawing/2014/main" id="{A0D46D13-1B6E-6F73-AE82-2D98474E8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2574" name="Line 211">
                  <a:extLst>
                    <a:ext uri="{FF2B5EF4-FFF2-40B4-BE49-F238E27FC236}">
                      <a16:creationId xmlns:a16="http://schemas.microsoft.com/office/drawing/2014/main" id="{F59B8810-41A1-6C0F-466A-2F20A1626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564" name="Oval 212">
                <a:extLst>
                  <a:ext uri="{FF2B5EF4-FFF2-40B4-BE49-F238E27FC236}">
                    <a16:creationId xmlns:a16="http://schemas.microsoft.com/office/drawing/2014/main" id="{AF88AA8F-32C0-1E6E-B6E5-3EDA3CB7C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65" name="Oval 213">
                <a:extLst>
                  <a:ext uri="{FF2B5EF4-FFF2-40B4-BE49-F238E27FC236}">
                    <a16:creationId xmlns:a16="http://schemas.microsoft.com/office/drawing/2014/main" id="{97283264-8043-089A-AAD3-13A02F08F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79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66" name="Line 214">
                <a:extLst>
                  <a:ext uri="{FF2B5EF4-FFF2-40B4-BE49-F238E27FC236}">
                    <a16:creationId xmlns:a16="http://schemas.microsoft.com/office/drawing/2014/main" id="{FB5CC300-FADC-358F-1332-C2827295B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4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7" name="Line 215">
                <a:extLst>
                  <a:ext uri="{FF2B5EF4-FFF2-40B4-BE49-F238E27FC236}">
                    <a16:creationId xmlns:a16="http://schemas.microsoft.com/office/drawing/2014/main" id="{6B638D8A-8399-586D-F449-3D824C7E6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058" y="2864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8" name="Oval 216">
                <a:extLst>
                  <a:ext uri="{FF2B5EF4-FFF2-40B4-BE49-F238E27FC236}">
                    <a16:creationId xmlns:a16="http://schemas.microsoft.com/office/drawing/2014/main" id="{F7FFAF64-2675-75B7-742E-F54C8E151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48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69" name="Oval 217">
                <a:extLst>
                  <a:ext uri="{FF2B5EF4-FFF2-40B4-BE49-F238E27FC236}">
                    <a16:creationId xmlns:a16="http://schemas.microsoft.com/office/drawing/2014/main" id="{2F98D32B-3FA9-42E7-18C7-0EDE2281F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7" y="2885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/>
              </a:p>
            </p:txBody>
          </p:sp>
          <p:grpSp>
            <p:nvGrpSpPr>
              <p:cNvPr id="22570" name="Group 218">
                <a:extLst>
                  <a:ext uri="{FF2B5EF4-FFF2-40B4-BE49-F238E27FC236}">
                    <a16:creationId xmlns:a16="http://schemas.microsoft.com/office/drawing/2014/main" id="{FA24F482-E989-41C2-9687-D08487425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057" y="2704"/>
                <a:ext cx="136" cy="106"/>
                <a:chOff x="192" y="672"/>
                <a:chExt cx="96" cy="480"/>
              </a:xfrm>
            </p:grpSpPr>
            <p:sp>
              <p:nvSpPr>
                <p:cNvPr id="22571" name="Rectangle 219">
                  <a:extLst>
                    <a:ext uri="{FF2B5EF4-FFF2-40B4-BE49-F238E27FC236}">
                      <a16:creationId xmlns:a16="http://schemas.microsoft.com/office/drawing/2014/main" id="{C0EE97DA-6D9F-8EAA-F49C-49148F9B4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672"/>
                  <a:ext cx="96" cy="480"/>
                </a:xfrm>
                <a:prstGeom prst="rect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2572" name="Line 220">
                  <a:extLst>
                    <a:ext uri="{FF2B5EF4-FFF2-40B4-BE49-F238E27FC236}">
                      <a16:creationId xmlns:a16="http://schemas.microsoft.com/office/drawing/2014/main" id="{37035353-79B1-6567-2DF1-BA8F7D4413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672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548" name="Group 112">
              <a:extLst>
                <a:ext uri="{FF2B5EF4-FFF2-40B4-BE49-F238E27FC236}">
                  <a16:creationId xmlns:a16="http://schemas.microsoft.com/office/drawing/2014/main" id="{3DFDFDE0-059D-8A22-470C-0A298DAC5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" y="1008"/>
              <a:ext cx="1920" cy="336"/>
              <a:chOff x="288" y="1056"/>
              <a:chExt cx="1920" cy="336"/>
            </a:xfrm>
          </p:grpSpPr>
          <p:sp>
            <p:nvSpPr>
              <p:cNvPr id="22559" name="Line 113">
                <a:extLst>
                  <a:ext uri="{FF2B5EF4-FFF2-40B4-BE49-F238E27FC236}">
                    <a16:creationId xmlns:a16="http://schemas.microsoft.com/office/drawing/2014/main" id="{7CE93685-477B-6E01-B895-A800EFF70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0" name="Line 114">
                <a:extLst>
                  <a:ext uri="{FF2B5EF4-FFF2-40B4-BE49-F238E27FC236}">
                    <a16:creationId xmlns:a16="http://schemas.microsoft.com/office/drawing/2014/main" id="{54B722B7-B8AD-4E35-1EE6-58AAE0DFD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1" name="Line 115">
                <a:extLst>
                  <a:ext uri="{FF2B5EF4-FFF2-40B4-BE49-F238E27FC236}">
                    <a16:creationId xmlns:a16="http://schemas.microsoft.com/office/drawing/2014/main" id="{0CD936B4-8EE8-F9A8-3608-75258129A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96"/>
                <a:ext cx="19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2" name="Text Box 116">
                <a:extLst>
                  <a:ext uri="{FF2B5EF4-FFF2-40B4-BE49-F238E27FC236}">
                    <a16:creationId xmlns:a16="http://schemas.microsoft.com/office/drawing/2014/main" id="{5842D082-3003-3809-F43E-314CDF362D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056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22549" name="Text Box 117">
              <a:extLst>
                <a:ext uri="{FF2B5EF4-FFF2-40B4-BE49-F238E27FC236}">
                  <a16:creationId xmlns:a16="http://schemas.microsoft.com/office/drawing/2014/main" id="{095091BC-DC7D-4D18-05E1-FCF744AC8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" y="391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22550" name="AutoShape 118">
              <a:extLst>
                <a:ext uri="{FF2B5EF4-FFF2-40B4-BE49-F238E27FC236}">
                  <a16:creationId xmlns:a16="http://schemas.microsoft.com/office/drawing/2014/main" id="{FB3AF466-35A7-9845-4631-5CCA82F1F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528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51" name="Rectangle 119">
              <a:extLst>
                <a:ext uri="{FF2B5EF4-FFF2-40B4-BE49-F238E27FC236}">
                  <a16:creationId xmlns:a16="http://schemas.microsoft.com/office/drawing/2014/main" id="{00F4B927-D66F-EE45-2427-DF0685437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816"/>
              <a:ext cx="1968" cy="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kumimoji="1" lang="en-US" altLang="zh-CN" sz="240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2552" name="Group 120">
              <a:extLst>
                <a:ext uri="{FF2B5EF4-FFF2-40B4-BE49-F238E27FC236}">
                  <a16:creationId xmlns:a16="http://schemas.microsoft.com/office/drawing/2014/main" id="{2F7445EA-8F1A-938B-5A51-39A915FEE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624"/>
              <a:ext cx="96" cy="480"/>
              <a:chOff x="192" y="672"/>
              <a:chExt cx="96" cy="480"/>
            </a:xfrm>
          </p:grpSpPr>
          <p:sp>
            <p:nvSpPr>
              <p:cNvPr id="22557" name="Rectangle 121">
                <a:extLst>
                  <a:ext uri="{FF2B5EF4-FFF2-40B4-BE49-F238E27FC236}">
                    <a16:creationId xmlns:a16="http://schemas.microsoft.com/office/drawing/2014/main" id="{3364467A-1C6F-8498-C0B1-8C48617F9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672"/>
                <a:ext cx="96" cy="480"/>
              </a:xfrm>
              <a:prstGeom prst="rect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58" name="Line 122">
                <a:extLst>
                  <a:ext uri="{FF2B5EF4-FFF2-40B4-BE49-F238E27FC236}">
                    <a16:creationId xmlns:a16="http://schemas.microsoft.com/office/drawing/2014/main" id="{F1D3476E-1CF4-55DC-33FC-FE203EB7B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" y="672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553" name="Text Box 125">
              <a:extLst>
                <a:ext uri="{FF2B5EF4-FFF2-40B4-BE49-F238E27FC236}">
                  <a16:creationId xmlns:a16="http://schemas.microsoft.com/office/drawing/2014/main" id="{861C2AC6-BDD3-1B4A-6DD5-E8D22E5BC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75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2554" name="Line 175">
              <a:extLst>
                <a:ext uri="{FF2B5EF4-FFF2-40B4-BE49-F238E27FC236}">
                  <a16:creationId xmlns:a16="http://schemas.microsoft.com/office/drawing/2014/main" id="{69041773-BD5E-0905-32F4-6FD5B728D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" y="39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176">
              <a:extLst>
                <a:ext uri="{FF2B5EF4-FFF2-40B4-BE49-F238E27FC236}">
                  <a16:creationId xmlns:a16="http://schemas.microsoft.com/office/drawing/2014/main" id="{6EFBCD29-FDD1-0DF9-5D80-94F7799F2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" y="541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556" name="Text Box 177">
              <a:extLst>
                <a:ext uri="{FF2B5EF4-FFF2-40B4-BE49-F238E27FC236}">
                  <a16:creationId xmlns:a16="http://schemas.microsoft.com/office/drawing/2014/main" id="{9584AE36-5970-8193-DC22-0B74D5C3B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91"/>
              <a:ext cx="2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80096" name="Rectangle 224">
            <a:extLst>
              <a:ext uri="{FF2B5EF4-FFF2-40B4-BE49-F238E27FC236}">
                <a16:creationId xmlns:a16="http://schemas.microsoft.com/office/drawing/2014/main" id="{5D1B438E-1573-ED74-FB41-54063E89B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6165850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=0.5Q, 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=-0.5Q, 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=-0.125Ql</a:t>
            </a:r>
          </a:p>
        </p:txBody>
      </p:sp>
      <p:grpSp>
        <p:nvGrpSpPr>
          <p:cNvPr id="80103" name="Group 231">
            <a:extLst>
              <a:ext uri="{FF2B5EF4-FFF2-40B4-BE49-F238E27FC236}">
                <a16:creationId xmlns:a16="http://schemas.microsoft.com/office/drawing/2014/main" id="{C26DF9DA-D834-31AD-5EA8-5FDE329FD45B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492375"/>
            <a:ext cx="4494213" cy="1819275"/>
            <a:chOff x="2608" y="1570"/>
            <a:chExt cx="2831" cy="1146"/>
          </a:xfrm>
        </p:grpSpPr>
        <p:graphicFrame>
          <p:nvGraphicFramePr>
            <p:cNvPr id="22545" name="Object 163">
              <a:extLst>
                <a:ext uri="{FF2B5EF4-FFF2-40B4-BE49-F238E27FC236}">
                  <a16:creationId xmlns:a16="http://schemas.microsoft.com/office/drawing/2014/main" id="{10B48AC9-B147-D26B-73C7-CE23856F96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570"/>
            <a:ext cx="268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14536" imgH="561954" progId="Equation.DSMT4">
                    <p:embed/>
                  </p:oleObj>
                </mc:Choice>
                <mc:Fallback>
                  <p:oleObj name="Equation" r:id="rId7" imgW="2114536" imgH="561954" progId="Equation.DSMT4">
                    <p:embed/>
                    <p:pic>
                      <p:nvPicPr>
                        <p:cNvPr id="0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570"/>
                          <a:ext cx="268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AutoShape 225">
              <a:hlinkClick r:id="rId9" action="ppaction://hlinksldjump" highlightClick="1"/>
              <a:extLst>
                <a:ext uri="{FF2B5EF4-FFF2-40B4-BE49-F238E27FC236}">
                  <a16:creationId xmlns:a16="http://schemas.microsoft.com/office/drawing/2014/main" id="{1DECDB02-E3A1-A276-CB65-2C9B2291A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2523"/>
              <a:ext cx="336" cy="193"/>
            </a:xfrm>
            <a:prstGeom prst="actionButtonForwardNex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0104" name="Text Box 232">
            <a:extLst>
              <a:ext uri="{FF2B5EF4-FFF2-40B4-BE49-F238E27FC236}">
                <a16:creationId xmlns:a16="http://schemas.microsoft.com/office/drawing/2014/main" id="{DFDB2FCF-4C0E-300F-373F-0462B16B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589588"/>
            <a:ext cx="158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还是</a:t>
            </a:r>
            <a:r>
              <a:rPr lang="en-US" altLang="zh-CN"/>
              <a:t>8</a:t>
            </a:r>
            <a:r>
              <a:rPr lang="zh-CN" altLang="en-US"/>
              <a:t>个方程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79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0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0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0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0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8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0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0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9" grpId="0" autoUpdateAnimBg="0"/>
      <p:bldP spid="79920" grpId="0" autoUpdateAnimBg="0"/>
      <p:bldP spid="79921" grpId="0" autoUpdateAnimBg="0"/>
      <p:bldP spid="80045" grpId="0"/>
      <p:bldP spid="80096" grpId="0"/>
      <p:bldP spid="801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05" name="Group 141">
            <a:extLst>
              <a:ext uri="{FF2B5EF4-FFF2-40B4-BE49-F238E27FC236}">
                <a16:creationId xmlns:a16="http://schemas.microsoft.com/office/drawing/2014/main" id="{E57F087B-E032-5763-03EC-ECF61BF7F670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3357563"/>
            <a:ext cx="4067175" cy="1584325"/>
            <a:chOff x="22" y="2115"/>
            <a:chExt cx="2562" cy="998"/>
          </a:xfrm>
        </p:grpSpPr>
        <p:sp>
          <p:nvSpPr>
            <p:cNvPr id="23641" name="AutoShape 44">
              <a:extLst>
                <a:ext uri="{FF2B5EF4-FFF2-40B4-BE49-F238E27FC236}">
                  <a16:creationId xmlns:a16="http://schemas.microsoft.com/office/drawing/2014/main" id="{B46A8308-5CB2-05A4-49E7-2E86278CC7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231" y="2548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3642" name="Group 139">
              <a:extLst>
                <a:ext uri="{FF2B5EF4-FFF2-40B4-BE49-F238E27FC236}">
                  <a16:creationId xmlns:a16="http://schemas.microsoft.com/office/drawing/2014/main" id="{A6B3B5AB-2AAE-4DDF-F3CB-D331D8C64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" y="2115"/>
              <a:ext cx="2562" cy="998"/>
              <a:chOff x="22" y="2115"/>
              <a:chExt cx="2562" cy="998"/>
            </a:xfrm>
          </p:grpSpPr>
          <p:sp>
            <p:nvSpPr>
              <p:cNvPr id="23643" name="Rectangle 2">
                <a:extLst>
                  <a:ext uri="{FF2B5EF4-FFF2-40B4-BE49-F238E27FC236}">
                    <a16:creationId xmlns:a16="http://schemas.microsoft.com/office/drawing/2014/main" id="{DEC42A3C-D26C-278D-52AC-34E3D9A14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3644" name="Arc 40">
                <a:extLst>
                  <a:ext uri="{FF2B5EF4-FFF2-40B4-BE49-F238E27FC236}">
                    <a16:creationId xmlns:a16="http://schemas.microsoft.com/office/drawing/2014/main" id="{ABAA4452-C681-43E4-41E7-AB8BA9C42F3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9" y="2433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5" name="Rectangle 41">
                <a:extLst>
                  <a:ext uri="{FF2B5EF4-FFF2-40B4-BE49-F238E27FC236}">
                    <a16:creationId xmlns:a16="http://schemas.microsoft.com/office/drawing/2014/main" id="{3AB0248B-E1C3-3BB3-A253-7BDC3DF76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" y="216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3646" name="AutoShape 42">
                <a:extLst>
                  <a:ext uri="{FF2B5EF4-FFF2-40B4-BE49-F238E27FC236}">
                    <a16:creationId xmlns:a16="http://schemas.microsoft.com/office/drawing/2014/main" id="{E55BA604-B2A7-F2A5-92AC-ECCF33C13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" y="2462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47" name="Rectangle 43">
                <a:extLst>
                  <a:ext uri="{FF2B5EF4-FFF2-40B4-BE49-F238E27FC236}">
                    <a16:creationId xmlns:a16="http://schemas.microsoft.com/office/drawing/2014/main" id="{E49C16C3-0462-153B-CCA5-8E99B7EC6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3648" name="Arc 45">
                <a:extLst>
                  <a:ext uri="{FF2B5EF4-FFF2-40B4-BE49-F238E27FC236}">
                    <a16:creationId xmlns:a16="http://schemas.microsoft.com/office/drawing/2014/main" id="{3FC57E9B-9099-AE5D-C463-B541172F67C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31" y="2528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9" name="Rectangle 46">
                <a:extLst>
                  <a:ext uri="{FF2B5EF4-FFF2-40B4-BE49-F238E27FC236}">
                    <a16:creationId xmlns:a16="http://schemas.microsoft.com/office/drawing/2014/main" id="{2EE50ECF-2CAE-F25E-63CE-BCCE3D407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205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23650" name="Group 138">
                <a:extLst>
                  <a:ext uri="{FF2B5EF4-FFF2-40B4-BE49-F238E27FC236}">
                    <a16:creationId xmlns:a16="http://schemas.microsoft.com/office/drawing/2014/main" id="{73508E6A-2423-01C9-BB96-ECFF3B0469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" y="2115"/>
                <a:ext cx="1988" cy="652"/>
                <a:chOff x="281" y="2115"/>
                <a:chExt cx="1988" cy="652"/>
              </a:xfrm>
            </p:grpSpPr>
            <p:sp>
              <p:nvSpPr>
                <p:cNvPr id="23651" name="Rectangle 39">
                  <a:extLst>
                    <a:ext uri="{FF2B5EF4-FFF2-40B4-BE49-F238E27FC236}">
                      <a16:creationId xmlns:a16="http://schemas.microsoft.com/office/drawing/2014/main" id="{54D00317-60C6-7149-E4A5-7B48E42B9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" y="2671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652" name="Group 102">
                  <a:extLst>
                    <a:ext uri="{FF2B5EF4-FFF2-40B4-BE49-F238E27FC236}">
                      <a16:creationId xmlns:a16="http://schemas.microsoft.com/office/drawing/2014/main" id="{860C95C1-11F9-D92D-21A9-CAB5D0CEB8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5" y="2115"/>
                  <a:ext cx="1974" cy="561"/>
                  <a:chOff x="3355" y="3339"/>
                  <a:chExt cx="1974" cy="561"/>
                </a:xfrm>
              </p:grpSpPr>
              <p:sp>
                <p:nvSpPr>
                  <p:cNvPr id="23653" name="Text Box 103">
                    <a:extLst>
                      <a:ext uri="{FF2B5EF4-FFF2-40B4-BE49-F238E27FC236}">
                        <a16:creationId xmlns:a16="http://schemas.microsoft.com/office/drawing/2014/main" id="{7F757BB2-AC08-6259-CA23-E247F951855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2" y="3339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b="1" i="1">
                        <a:latin typeface="Times New Roman" panose="02020603050405020304" pitchFamily="18" charset="0"/>
                      </a:rPr>
                      <a:t>q</a:t>
                    </a:r>
                  </a:p>
                </p:txBody>
              </p:sp>
              <p:grpSp>
                <p:nvGrpSpPr>
                  <p:cNvPr id="23654" name="Group 104">
                    <a:extLst>
                      <a:ext uri="{FF2B5EF4-FFF2-40B4-BE49-F238E27FC236}">
                        <a16:creationId xmlns:a16="http://schemas.microsoft.com/office/drawing/2014/main" id="{1AD5177D-3065-D216-96D1-20DF6DC426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55" y="3612"/>
                    <a:ext cx="1974" cy="288"/>
                    <a:chOff x="3402" y="1680"/>
                    <a:chExt cx="1974" cy="288"/>
                  </a:xfrm>
                </p:grpSpPr>
                <p:sp>
                  <p:nvSpPr>
                    <p:cNvPr id="23655" name="AutoShape 105">
                      <a:extLst>
                        <a:ext uri="{FF2B5EF4-FFF2-40B4-BE49-F238E27FC236}">
                          <a16:creationId xmlns:a16="http://schemas.microsoft.com/office/drawing/2014/main" id="{A493D8A4-0E2E-197D-1B97-FD2B3FE731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0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6" name="AutoShape 106">
                      <a:extLst>
                        <a:ext uri="{FF2B5EF4-FFF2-40B4-BE49-F238E27FC236}">
                          <a16:creationId xmlns:a16="http://schemas.microsoft.com/office/drawing/2014/main" id="{EAE01C1E-3632-5E36-9852-1A8B4D89B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9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7" name="AutoShape 107">
                      <a:extLst>
                        <a:ext uri="{FF2B5EF4-FFF2-40B4-BE49-F238E27FC236}">
                          <a16:creationId xmlns:a16="http://schemas.microsoft.com/office/drawing/2014/main" id="{A1D7AEA4-009B-DF55-8C8B-34F227C538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8" name="AutoShape 108">
                      <a:extLst>
                        <a:ext uri="{FF2B5EF4-FFF2-40B4-BE49-F238E27FC236}">
                          <a16:creationId xmlns:a16="http://schemas.microsoft.com/office/drawing/2014/main" id="{D59D39C6-BCDA-6115-86F3-045B5C43F39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9" name="AutoShape 109">
                      <a:extLst>
                        <a:ext uri="{FF2B5EF4-FFF2-40B4-BE49-F238E27FC236}">
                          <a16:creationId xmlns:a16="http://schemas.microsoft.com/office/drawing/2014/main" id="{2DA886FB-BC1B-68EF-75F2-FAF5E829E26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0" name="Line 110">
                      <a:extLst>
                        <a:ext uri="{FF2B5EF4-FFF2-40B4-BE49-F238E27FC236}">
                          <a16:creationId xmlns:a16="http://schemas.microsoft.com/office/drawing/2014/main" id="{7071D2EA-23FA-D474-D463-348B12562EE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02" y="1680"/>
                      <a:ext cx="197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61" name="AutoShape 111">
                      <a:extLst>
                        <a:ext uri="{FF2B5EF4-FFF2-40B4-BE49-F238E27FC236}">
                          <a16:creationId xmlns:a16="http://schemas.microsoft.com/office/drawing/2014/main" id="{03205C5C-FCF0-9E26-390D-C889D686F9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2" name="AutoShape 112">
                      <a:extLst>
                        <a:ext uri="{FF2B5EF4-FFF2-40B4-BE49-F238E27FC236}">
                          <a16:creationId xmlns:a16="http://schemas.microsoft.com/office/drawing/2014/main" id="{DDDF3533-7210-CFA1-0FB6-72A53EEAC1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6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3" name="AutoShape 113">
                      <a:extLst>
                        <a:ext uri="{FF2B5EF4-FFF2-40B4-BE49-F238E27FC236}">
                          <a16:creationId xmlns:a16="http://schemas.microsoft.com/office/drawing/2014/main" id="{73FFDC8F-9A3C-39A9-3011-426CEFB28E6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4" name="AutoShape 114">
                      <a:extLst>
                        <a:ext uri="{FF2B5EF4-FFF2-40B4-BE49-F238E27FC236}">
                          <a16:creationId xmlns:a16="http://schemas.microsoft.com/office/drawing/2014/main" id="{B4DA7C4E-ED6D-DBDD-8C04-0408A05E48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5" name="AutoShape 115">
                      <a:extLst>
                        <a:ext uri="{FF2B5EF4-FFF2-40B4-BE49-F238E27FC236}">
                          <a16:creationId xmlns:a16="http://schemas.microsoft.com/office/drawing/2014/main" id="{53F91433-CB9D-95B1-F819-038B501C3C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3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66" name="AutoShape 116">
                      <a:extLst>
                        <a:ext uri="{FF2B5EF4-FFF2-40B4-BE49-F238E27FC236}">
                          <a16:creationId xmlns:a16="http://schemas.microsoft.com/office/drawing/2014/main" id="{9E510A70-B181-009B-4161-9B7E903E0B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2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23555" name="Rectangle 4">
            <a:extLst>
              <a:ext uri="{FF2B5EF4-FFF2-40B4-BE49-F238E27FC236}">
                <a16:creationId xmlns:a16="http://schemas.microsoft.com/office/drawing/2014/main" id="{8BFFB88B-107C-38EF-ECF9-C9AEEE3DD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4300"/>
            <a:ext cx="360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6 </a:t>
            </a:r>
            <a:r>
              <a:rPr lang="zh-CN" altLang="en-US" sz="2400" b="1"/>
              <a:t>求图示梁的支座反力</a:t>
            </a:r>
          </a:p>
        </p:txBody>
      </p:sp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D5DD0634-B500-525C-85C1-5C2DD5F33F9D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278313" y="3789363"/>
          <a:ext cx="3559175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2077" imgH="809646" progId="Equation.DSMT4">
                  <p:embed/>
                </p:oleObj>
              </mc:Choice>
              <mc:Fallback>
                <p:oleObj name="Equation" r:id="rId2" imgW="1762077" imgH="8096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3789363"/>
                        <a:ext cx="3559175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rgbClr val="FFCC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>
            <a:extLst>
              <a:ext uri="{FF2B5EF4-FFF2-40B4-BE49-F238E27FC236}">
                <a16:creationId xmlns:a16="http://schemas.microsoft.com/office/drawing/2014/main" id="{3A350FC0-7A68-7EE7-3E8D-CC3F3258A3CB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257675" y="981075"/>
          <a:ext cx="29352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3532" imgH="466710" progId="Equation.DSMT4">
                  <p:embed/>
                </p:oleObj>
              </mc:Choice>
              <mc:Fallback>
                <p:oleObj name="Equation" r:id="rId4" imgW="1533532" imgH="46671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981075"/>
                        <a:ext cx="29352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Rectangle 9">
            <a:extLst>
              <a:ext uri="{FF2B5EF4-FFF2-40B4-BE49-F238E27FC236}">
                <a16:creationId xmlns:a16="http://schemas.microsoft.com/office/drawing/2014/main" id="{39838499-3284-5DCF-2B4A-96EBDE469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49275"/>
            <a:ext cx="39608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的平衡条件，如图</a:t>
            </a:r>
          </a:p>
        </p:txBody>
      </p:sp>
      <p:sp>
        <p:nvSpPr>
          <p:cNvPr id="88074" name="Rectangle 10">
            <a:extLst>
              <a:ext uri="{FF2B5EF4-FFF2-40B4-BE49-F238E27FC236}">
                <a16:creationId xmlns:a16="http://schemas.microsoft.com/office/drawing/2014/main" id="{ED52AF04-E63C-CFC9-F440-C031B318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1916113"/>
            <a:ext cx="41148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力与变形间的物理关系</a:t>
            </a:r>
          </a:p>
        </p:txBody>
      </p:sp>
      <p:sp>
        <p:nvSpPr>
          <p:cNvPr id="88075" name="Rectangle 11">
            <a:extLst>
              <a:ext uri="{FF2B5EF4-FFF2-40B4-BE49-F238E27FC236}">
                <a16:creationId xmlns:a16="http://schemas.microsoft.com/office/drawing/2014/main" id="{822C034E-3801-B9AB-22F8-5525720A8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57788"/>
            <a:ext cx="24479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变形几何关系</a:t>
            </a:r>
          </a:p>
        </p:txBody>
      </p:sp>
      <p:sp>
        <p:nvSpPr>
          <p:cNvPr id="88113" name="Rectangle 49">
            <a:extLst>
              <a:ext uri="{FF2B5EF4-FFF2-40B4-BE49-F238E27FC236}">
                <a16:creationId xmlns:a16="http://schemas.microsoft.com/office/drawing/2014/main" id="{DCE49613-C427-71C0-47E4-3D5D82CB6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516563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</a:t>
            </a:r>
          </a:p>
        </p:txBody>
      </p:sp>
      <p:grpSp>
        <p:nvGrpSpPr>
          <p:cNvPr id="23562" name="Group 134">
            <a:extLst>
              <a:ext uri="{FF2B5EF4-FFF2-40B4-BE49-F238E27FC236}">
                <a16:creationId xmlns:a16="http://schemas.microsoft.com/office/drawing/2014/main" id="{1008B06E-86A0-B6BE-4DE2-D89F8FB6F4D0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4813"/>
            <a:ext cx="4067175" cy="1541462"/>
            <a:chOff x="158" y="255"/>
            <a:chExt cx="2562" cy="971"/>
          </a:xfrm>
        </p:grpSpPr>
        <p:grpSp>
          <p:nvGrpSpPr>
            <p:cNvPr id="23596" name="Group 15">
              <a:extLst>
                <a:ext uri="{FF2B5EF4-FFF2-40B4-BE49-F238E27FC236}">
                  <a16:creationId xmlns:a16="http://schemas.microsoft.com/office/drawing/2014/main" id="{C29118CE-202C-0E8B-C3D6-ACAD1F23CF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" y="890"/>
              <a:ext cx="1920" cy="336"/>
              <a:chOff x="288" y="1056"/>
              <a:chExt cx="1920" cy="336"/>
            </a:xfrm>
          </p:grpSpPr>
          <p:sp>
            <p:nvSpPr>
              <p:cNvPr id="23637" name="Line 16">
                <a:extLst>
                  <a:ext uri="{FF2B5EF4-FFF2-40B4-BE49-F238E27FC236}">
                    <a16:creationId xmlns:a16="http://schemas.microsoft.com/office/drawing/2014/main" id="{41F7F687-ADF8-98F2-3583-BEDCE94D2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8" name="Line 17">
                <a:extLst>
                  <a:ext uri="{FF2B5EF4-FFF2-40B4-BE49-F238E27FC236}">
                    <a16:creationId xmlns:a16="http://schemas.microsoft.com/office/drawing/2014/main" id="{9424D3A3-6E13-CB29-0AFE-350F83563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9" name="Line 18">
                <a:extLst>
                  <a:ext uri="{FF2B5EF4-FFF2-40B4-BE49-F238E27FC236}">
                    <a16:creationId xmlns:a16="http://schemas.microsoft.com/office/drawing/2014/main" id="{86FCD819-8174-E8DA-A9D3-120BDC009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296"/>
                <a:ext cx="19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0" name="Text Box 19">
                <a:extLst>
                  <a:ext uri="{FF2B5EF4-FFF2-40B4-BE49-F238E27FC236}">
                    <a16:creationId xmlns:a16="http://schemas.microsoft.com/office/drawing/2014/main" id="{700BB373-A78E-F739-25BA-548DC5A7F2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056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grpSp>
          <p:nvGrpSpPr>
            <p:cNvPr id="23597" name="Group 133">
              <a:extLst>
                <a:ext uri="{FF2B5EF4-FFF2-40B4-BE49-F238E27FC236}">
                  <a16:creationId xmlns:a16="http://schemas.microsoft.com/office/drawing/2014/main" id="{8714BE52-9F83-64F9-CB61-4365FB4552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255"/>
              <a:ext cx="2562" cy="907"/>
              <a:chOff x="158" y="255"/>
              <a:chExt cx="2562" cy="907"/>
            </a:xfrm>
          </p:grpSpPr>
          <p:grpSp>
            <p:nvGrpSpPr>
              <p:cNvPr id="23598" name="Group 132">
                <a:extLst>
                  <a:ext uri="{FF2B5EF4-FFF2-40B4-BE49-F238E27FC236}">
                    <a16:creationId xmlns:a16="http://schemas.microsoft.com/office/drawing/2014/main" id="{BC807C25-86E7-C769-1501-E58613EEE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" y="255"/>
                <a:ext cx="2562" cy="907"/>
                <a:chOff x="158" y="255"/>
                <a:chExt cx="2562" cy="907"/>
              </a:xfrm>
            </p:grpSpPr>
            <p:grpSp>
              <p:nvGrpSpPr>
                <p:cNvPr id="23601" name="Group 117">
                  <a:extLst>
                    <a:ext uri="{FF2B5EF4-FFF2-40B4-BE49-F238E27FC236}">
                      <a16:creationId xmlns:a16="http://schemas.microsoft.com/office/drawing/2014/main" id="{792B4833-C5CE-8F42-993D-71490E2FEC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37" y="839"/>
                  <a:ext cx="480" cy="323"/>
                  <a:chOff x="4895" y="2704"/>
                  <a:chExt cx="480" cy="323"/>
                </a:xfrm>
              </p:grpSpPr>
              <p:grpSp>
                <p:nvGrpSpPr>
                  <p:cNvPr id="23625" name="Group 118">
                    <a:extLst>
                      <a:ext uri="{FF2B5EF4-FFF2-40B4-BE49-F238E27FC236}">
                        <a16:creationId xmlns:a16="http://schemas.microsoft.com/office/drawing/2014/main" id="{1D1EAEFF-1027-E204-DC65-5B02E3EE79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-5400000">
                    <a:off x="5087" y="2739"/>
                    <a:ext cx="96" cy="480"/>
                    <a:chOff x="192" y="672"/>
                    <a:chExt cx="96" cy="480"/>
                  </a:xfrm>
                </p:grpSpPr>
                <p:sp>
                  <p:nvSpPr>
                    <p:cNvPr id="23635" name="Rectangle 119">
                      <a:extLst>
                        <a:ext uri="{FF2B5EF4-FFF2-40B4-BE49-F238E27FC236}">
                          <a16:creationId xmlns:a16="http://schemas.microsoft.com/office/drawing/2014/main" id="{4B5066BE-2087-0734-E606-3B4D5C572D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672"/>
                      <a:ext cx="96" cy="480"/>
                    </a:xfrm>
                    <a:prstGeom prst="rect">
                      <a:avLst/>
                    </a:prstGeom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36" name="Line 120">
                      <a:extLst>
                        <a:ext uri="{FF2B5EF4-FFF2-40B4-BE49-F238E27FC236}">
                          <a16:creationId xmlns:a16="http://schemas.microsoft.com/office/drawing/2014/main" id="{7A25E5CF-5FCB-F22A-9205-1AD92434507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" y="672"/>
                      <a:ext cx="0" cy="4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3626" name="Oval 121">
                    <a:extLst>
                      <a:ext uri="{FF2B5EF4-FFF2-40B4-BE49-F238E27FC236}">
                        <a16:creationId xmlns:a16="http://schemas.microsoft.com/office/drawing/2014/main" id="{9798E268-562C-A284-7E05-7BD6184A5C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5148" y="2795"/>
                    <a:ext cx="46" cy="4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27" name="Oval 122">
                    <a:extLst>
                      <a:ext uri="{FF2B5EF4-FFF2-40B4-BE49-F238E27FC236}">
                        <a16:creationId xmlns:a16="http://schemas.microsoft.com/office/drawing/2014/main" id="{39929165-B0D9-63A6-2A1B-674CD9FDEA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5057" y="2795"/>
                    <a:ext cx="46" cy="4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28" name="Line 123">
                    <a:extLst>
                      <a:ext uri="{FF2B5EF4-FFF2-40B4-BE49-F238E27FC236}">
                        <a16:creationId xmlns:a16="http://schemas.microsoft.com/office/drawing/2014/main" id="{4BA8A542-FB87-7F06-E69F-3C82E9393B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5148" y="2864"/>
                    <a:ext cx="4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9" name="Line 124">
                    <a:extLst>
                      <a:ext uri="{FF2B5EF4-FFF2-40B4-BE49-F238E27FC236}">
                        <a16:creationId xmlns:a16="http://schemas.microsoft.com/office/drawing/2014/main" id="{BE45179F-00CC-E3DA-8ED0-E8C06D3F6D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5058" y="2864"/>
                    <a:ext cx="4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0" name="Oval 125">
                    <a:extLst>
                      <a:ext uri="{FF2B5EF4-FFF2-40B4-BE49-F238E27FC236}">
                        <a16:creationId xmlns:a16="http://schemas.microsoft.com/office/drawing/2014/main" id="{F24BF0B7-108B-7163-FEB6-B2B98C0617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5148" y="2885"/>
                    <a:ext cx="46" cy="4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31" name="Oval 126">
                    <a:extLst>
                      <a:ext uri="{FF2B5EF4-FFF2-40B4-BE49-F238E27FC236}">
                        <a16:creationId xmlns:a16="http://schemas.microsoft.com/office/drawing/2014/main" id="{CF852762-42D7-FD4D-06E9-3ADA256F02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5057" y="2885"/>
                    <a:ext cx="46" cy="4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zh-CN"/>
                  </a:p>
                </p:txBody>
              </p:sp>
              <p:grpSp>
                <p:nvGrpSpPr>
                  <p:cNvPr id="23632" name="Group 127">
                    <a:extLst>
                      <a:ext uri="{FF2B5EF4-FFF2-40B4-BE49-F238E27FC236}">
                        <a16:creationId xmlns:a16="http://schemas.microsoft.com/office/drawing/2014/main" id="{67F18043-9FC2-095A-B882-329D51623DD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10800000">
                    <a:off x="5057" y="2704"/>
                    <a:ext cx="136" cy="106"/>
                    <a:chOff x="192" y="672"/>
                    <a:chExt cx="96" cy="480"/>
                  </a:xfrm>
                </p:grpSpPr>
                <p:sp>
                  <p:nvSpPr>
                    <p:cNvPr id="23633" name="Rectangle 128">
                      <a:extLst>
                        <a:ext uri="{FF2B5EF4-FFF2-40B4-BE49-F238E27FC236}">
                          <a16:creationId xmlns:a16="http://schemas.microsoft.com/office/drawing/2014/main" id="{4579F485-586B-1863-2D48-4865AE86264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672"/>
                      <a:ext cx="96" cy="480"/>
                    </a:xfrm>
                    <a:prstGeom prst="rect">
                      <a:avLst/>
                    </a:prstGeom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34" name="Line 129">
                      <a:extLst>
                        <a:ext uri="{FF2B5EF4-FFF2-40B4-BE49-F238E27FC236}">
                          <a16:creationId xmlns:a16="http://schemas.microsoft.com/office/drawing/2014/main" id="{1F2F0C8E-5075-04EE-8B41-5E3BDFBF17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" y="672"/>
                      <a:ext cx="0" cy="4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3602" name="Rectangle 22">
                  <a:extLst>
                    <a:ext uri="{FF2B5EF4-FFF2-40B4-BE49-F238E27FC236}">
                      <a16:creationId xmlns:a16="http://schemas.microsoft.com/office/drawing/2014/main" id="{4991C32C-B7E9-FABF-3C21-F34AB7961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5" y="816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en-US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endParaRPr kumimoji="1" lang="en-US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endParaRPr kumimoji="1" lang="en-US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603" name="Group 23">
                  <a:extLst>
                    <a:ext uri="{FF2B5EF4-FFF2-40B4-BE49-F238E27FC236}">
                      <a16:creationId xmlns:a16="http://schemas.microsoft.com/office/drawing/2014/main" id="{A2BAB4C0-C3B8-9EA8-B78D-184FF6CF91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8" y="624"/>
                  <a:ext cx="96" cy="480"/>
                  <a:chOff x="192" y="672"/>
                  <a:chExt cx="96" cy="480"/>
                </a:xfrm>
              </p:grpSpPr>
              <p:sp>
                <p:nvSpPr>
                  <p:cNvPr id="23623" name="Rectangle 24">
                    <a:extLst>
                      <a:ext uri="{FF2B5EF4-FFF2-40B4-BE49-F238E27FC236}">
                        <a16:creationId xmlns:a16="http://schemas.microsoft.com/office/drawing/2014/main" id="{5E4DBBD2-A5B7-88B4-E270-678310B4B6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" y="672"/>
                    <a:ext cx="96" cy="480"/>
                  </a:xfrm>
                  <a:prstGeom prst="rect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24" name="Line 25">
                    <a:extLst>
                      <a:ext uri="{FF2B5EF4-FFF2-40B4-BE49-F238E27FC236}">
                        <a16:creationId xmlns:a16="http://schemas.microsoft.com/office/drawing/2014/main" id="{D1F0EAFA-E558-7DE9-73D7-6F03B98184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" y="672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604" name="Text Box 27">
                  <a:extLst>
                    <a:ext uri="{FF2B5EF4-FFF2-40B4-BE49-F238E27FC236}">
                      <a16:creationId xmlns:a16="http://schemas.microsoft.com/office/drawing/2014/main" id="{34012B2B-1D4C-2A24-BF84-08E8DB76CB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" y="850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23605" name="Text Box 28">
                  <a:extLst>
                    <a:ext uri="{FF2B5EF4-FFF2-40B4-BE49-F238E27FC236}">
                      <a16:creationId xmlns:a16="http://schemas.microsoft.com/office/drawing/2014/main" id="{F0BAFA0B-F2B2-2F64-31E1-48CE497958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6" y="754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i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23606" name="Text Box 52">
                  <a:extLst>
                    <a:ext uri="{FF2B5EF4-FFF2-40B4-BE49-F238E27FC236}">
                      <a16:creationId xmlns:a16="http://schemas.microsoft.com/office/drawing/2014/main" id="{F2B2896B-7589-85E3-4614-D8AE529596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8" y="541"/>
                  <a:ext cx="1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i="1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23607" name="Text Box 53">
                  <a:extLst>
                    <a:ext uri="{FF2B5EF4-FFF2-40B4-BE49-F238E27FC236}">
                      <a16:creationId xmlns:a16="http://schemas.microsoft.com/office/drawing/2014/main" id="{2CCFE7E6-2194-B67B-3A29-2F7FC599A8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" y="391"/>
                  <a:ext cx="22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i="1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grpSp>
              <p:nvGrpSpPr>
                <p:cNvPr id="23608" name="Group 87">
                  <a:extLst>
                    <a:ext uri="{FF2B5EF4-FFF2-40B4-BE49-F238E27FC236}">
                      <a16:creationId xmlns:a16="http://schemas.microsoft.com/office/drawing/2014/main" id="{8B682AC4-8EAE-CEDC-2283-B5B0CA39D0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9" y="255"/>
                  <a:ext cx="1974" cy="561"/>
                  <a:chOff x="3355" y="3339"/>
                  <a:chExt cx="1974" cy="561"/>
                </a:xfrm>
              </p:grpSpPr>
              <p:sp>
                <p:nvSpPr>
                  <p:cNvPr id="23609" name="Text Box 88">
                    <a:extLst>
                      <a:ext uri="{FF2B5EF4-FFF2-40B4-BE49-F238E27FC236}">
                        <a16:creationId xmlns:a16="http://schemas.microsoft.com/office/drawing/2014/main" id="{BE2A5608-23F0-9196-9853-F814947C75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2" y="3339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b="1" i="1">
                        <a:latin typeface="Times New Roman" panose="02020603050405020304" pitchFamily="18" charset="0"/>
                      </a:rPr>
                      <a:t>q</a:t>
                    </a:r>
                  </a:p>
                </p:txBody>
              </p:sp>
              <p:grpSp>
                <p:nvGrpSpPr>
                  <p:cNvPr id="23610" name="Group 89">
                    <a:extLst>
                      <a:ext uri="{FF2B5EF4-FFF2-40B4-BE49-F238E27FC236}">
                        <a16:creationId xmlns:a16="http://schemas.microsoft.com/office/drawing/2014/main" id="{4C98E2D4-71DB-FBE1-8BDE-39081235389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55" y="3612"/>
                    <a:ext cx="1974" cy="288"/>
                    <a:chOff x="3402" y="1680"/>
                    <a:chExt cx="1974" cy="288"/>
                  </a:xfrm>
                </p:grpSpPr>
                <p:sp>
                  <p:nvSpPr>
                    <p:cNvPr id="23611" name="AutoShape 90">
                      <a:extLst>
                        <a:ext uri="{FF2B5EF4-FFF2-40B4-BE49-F238E27FC236}">
                          <a16:creationId xmlns:a16="http://schemas.microsoft.com/office/drawing/2014/main" id="{A66A0BC3-29BB-0C5F-BEAD-6C3F06C636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0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2" name="AutoShape 91">
                      <a:extLst>
                        <a:ext uri="{FF2B5EF4-FFF2-40B4-BE49-F238E27FC236}">
                          <a16:creationId xmlns:a16="http://schemas.microsoft.com/office/drawing/2014/main" id="{FD2827B7-D2DC-5EDC-942B-B0804400A3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9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3" name="AutoShape 92">
                      <a:extLst>
                        <a:ext uri="{FF2B5EF4-FFF2-40B4-BE49-F238E27FC236}">
                          <a16:creationId xmlns:a16="http://schemas.microsoft.com/office/drawing/2014/main" id="{10B16CA7-3D65-8507-2024-2B06265189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4" name="AutoShape 93">
                      <a:extLst>
                        <a:ext uri="{FF2B5EF4-FFF2-40B4-BE49-F238E27FC236}">
                          <a16:creationId xmlns:a16="http://schemas.microsoft.com/office/drawing/2014/main" id="{9F698182-82B7-E526-FEC6-D39AC0670C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5" name="AutoShape 94">
                      <a:extLst>
                        <a:ext uri="{FF2B5EF4-FFF2-40B4-BE49-F238E27FC236}">
                          <a16:creationId xmlns:a16="http://schemas.microsoft.com/office/drawing/2014/main" id="{957A21F9-FAF4-73F5-3CC4-89F0458222A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6" name="Line 95">
                      <a:extLst>
                        <a:ext uri="{FF2B5EF4-FFF2-40B4-BE49-F238E27FC236}">
                          <a16:creationId xmlns:a16="http://schemas.microsoft.com/office/drawing/2014/main" id="{E41F2813-4875-CA5D-D56F-02339EB55FD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02" y="1680"/>
                      <a:ext cx="197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17" name="AutoShape 96">
                      <a:extLst>
                        <a:ext uri="{FF2B5EF4-FFF2-40B4-BE49-F238E27FC236}">
                          <a16:creationId xmlns:a16="http://schemas.microsoft.com/office/drawing/2014/main" id="{74A7347A-B30F-663D-83A7-479F69F1D8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8" name="AutoShape 97">
                      <a:extLst>
                        <a:ext uri="{FF2B5EF4-FFF2-40B4-BE49-F238E27FC236}">
                          <a16:creationId xmlns:a16="http://schemas.microsoft.com/office/drawing/2014/main" id="{CB93C37A-E96D-30A0-2399-ACBFDD9A65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6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19" name="AutoShape 98">
                      <a:extLst>
                        <a:ext uri="{FF2B5EF4-FFF2-40B4-BE49-F238E27FC236}">
                          <a16:creationId xmlns:a16="http://schemas.microsoft.com/office/drawing/2014/main" id="{02DF8424-E491-0D62-9DC2-0459CCAFB2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20" name="AutoShape 99">
                      <a:extLst>
                        <a:ext uri="{FF2B5EF4-FFF2-40B4-BE49-F238E27FC236}">
                          <a16:creationId xmlns:a16="http://schemas.microsoft.com/office/drawing/2014/main" id="{43BC0877-96C4-E3F7-EA10-CD7F3607D7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21" name="AutoShape 100">
                      <a:extLst>
                        <a:ext uri="{FF2B5EF4-FFF2-40B4-BE49-F238E27FC236}">
                          <a16:creationId xmlns:a16="http://schemas.microsoft.com/office/drawing/2014/main" id="{BCB3BF4C-5B52-00E5-25D2-94A3D057E7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3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22" name="AutoShape 101">
                      <a:extLst>
                        <a:ext uri="{FF2B5EF4-FFF2-40B4-BE49-F238E27FC236}">
                          <a16:creationId xmlns:a16="http://schemas.microsoft.com/office/drawing/2014/main" id="{0E61A3BD-69DB-3C0E-34DE-ABD68D1CA70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2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23599" name="Line 50">
                <a:extLst>
                  <a:ext uri="{FF2B5EF4-FFF2-40B4-BE49-F238E27FC236}">
                    <a16:creationId xmlns:a16="http://schemas.microsoft.com/office/drawing/2014/main" id="{172A9C21-045B-829A-0FA2-32E23F360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799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0" name="Line 51">
                <a:extLst>
                  <a:ext uri="{FF2B5EF4-FFF2-40B4-BE49-F238E27FC236}">
                    <a16:creationId xmlns:a16="http://schemas.microsoft.com/office/drawing/2014/main" id="{60E345FE-6A8B-AA88-7DFF-69C945CC7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" y="391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8204" name="Group 140">
            <a:extLst>
              <a:ext uri="{FF2B5EF4-FFF2-40B4-BE49-F238E27FC236}">
                <a16:creationId xmlns:a16="http://schemas.microsoft.com/office/drawing/2014/main" id="{ED0FE17F-EF35-420C-E5D3-555D21FF05F4}"/>
              </a:ext>
            </a:extLst>
          </p:cNvPr>
          <p:cNvGrpSpPr>
            <a:grpSpLocks/>
          </p:cNvGrpSpPr>
          <p:nvPr/>
        </p:nvGrpSpPr>
        <p:grpSpPr bwMode="auto">
          <a:xfrm>
            <a:off x="-36513" y="1817688"/>
            <a:ext cx="4321176" cy="1611312"/>
            <a:chOff x="-23" y="1145"/>
            <a:chExt cx="2722" cy="1015"/>
          </a:xfrm>
        </p:grpSpPr>
        <p:grpSp>
          <p:nvGrpSpPr>
            <p:cNvPr id="23570" name="Group 137">
              <a:extLst>
                <a:ext uri="{FF2B5EF4-FFF2-40B4-BE49-F238E27FC236}">
                  <a16:creationId xmlns:a16="http://schemas.microsoft.com/office/drawing/2014/main" id="{FBF3CFA8-80D3-95BD-8E62-7F700C0A16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8" y="1298"/>
              <a:ext cx="671" cy="862"/>
              <a:chOff x="2028" y="1298"/>
              <a:chExt cx="671" cy="862"/>
            </a:xfrm>
          </p:grpSpPr>
          <p:sp>
            <p:nvSpPr>
              <p:cNvPr id="23593" name="Arc 34">
                <a:extLst>
                  <a:ext uri="{FF2B5EF4-FFF2-40B4-BE49-F238E27FC236}">
                    <a16:creationId xmlns:a16="http://schemas.microsoft.com/office/drawing/2014/main" id="{F084D0D9-8ACC-57E8-F2A7-36E19ED250F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09" y="1575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4" name="Rectangle 35">
                <a:extLst>
                  <a:ext uri="{FF2B5EF4-FFF2-40B4-BE49-F238E27FC236}">
                    <a16:creationId xmlns:a16="http://schemas.microsoft.com/office/drawing/2014/main" id="{64E85BD7-C657-4591-0005-028D2B2FB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sB</a:t>
                </a:r>
              </a:p>
            </p:txBody>
          </p:sp>
          <p:sp>
            <p:nvSpPr>
              <p:cNvPr id="23595" name="Rectangle 36">
                <a:extLst>
                  <a:ext uri="{FF2B5EF4-FFF2-40B4-BE49-F238E27FC236}">
                    <a16:creationId xmlns:a16="http://schemas.microsoft.com/office/drawing/2014/main" id="{2C14C4B1-CD84-1FEA-B612-291AC68CD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5" y="1298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23571" name="Group 136">
              <a:extLst>
                <a:ext uri="{FF2B5EF4-FFF2-40B4-BE49-F238E27FC236}">
                  <a16:creationId xmlns:a16="http://schemas.microsoft.com/office/drawing/2014/main" id="{4EEA6B2E-F34A-11CC-C5EA-C96506EEF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3" y="1146"/>
              <a:ext cx="439" cy="1014"/>
              <a:chOff x="-23" y="1146"/>
              <a:chExt cx="439" cy="1014"/>
            </a:xfrm>
          </p:grpSpPr>
          <p:sp>
            <p:nvSpPr>
              <p:cNvPr id="23589" name="Arc 29">
                <a:extLst>
                  <a:ext uri="{FF2B5EF4-FFF2-40B4-BE49-F238E27FC236}">
                    <a16:creationId xmlns:a16="http://schemas.microsoft.com/office/drawing/2014/main" id="{8B622A41-F251-6A4A-EEFD-D87C5232EB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77" y="1480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0" name="Rectangle 30">
                <a:extLst>
                  <a:ext uri="{FF2B5EF4-FFF2-40B4-BE49-F238E27FC236}">
                    <a16:creationId xmlns:a16="http://schemas.microsoft.com/office/drawing/2014/main" id="{2933583C-C095-5405-B7C2-2A695385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" y="1146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3591" name="AutoShape 31">
                <a:extLst>
                  <a:ext uri="{FF2B5EF4-FFF2-40B4-BE49-F238E27FC236}">
                    <a16:creationId xmlns:a16="http://schemas.microsoft.com/office/drawing/2014/main" id="{B00460E9-E19C-B037-22A1-627F65C0E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" y="1509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2" name="Rectangle 32">
                <a:extLst>
                  <a:ext uri="{FF2B5EF4-FFF2-40B4-BE49-F238E27FC236}">
                    <a16:creationId xmlns:a16="http://schemas.microsoft.com/office/drawing/2014/main" id="{FFD20703-C153-7500-0229-0CBA02482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sA</a:t>
                </a:r>
              </a:p>
            </p:txBody>
          </p:sp>
        </p:grpSp>
        <p:sp>
          <p:nvSpPr>
            <p:cNvPr id="23572" name="AutoShape 33">
              <a:extLst>
                <a:ext uri="{FF2B5EF4-FFF2-40B4-BE49-F238E27FC236}">
                  <a16:creationId xmlns:a16="http://schemas.microsoft.com/office/drawing/2014/main" id="{167F8C8E-4EDB-D5CC-247D-CBDC528D34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209" y="1595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3573" name="Group 135">
              <a:extLst>
                <a:ext uri="{FF2B5EF4-FFF2-40B4-BE49-F238E27FC236}">
                  <a16:creationId xmlns:a16="http://schemas.microsoft.com/office/drawing/2014/main" id="{AC48BB2F-E026-D648-36A1-783171C13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1145"/>
              <a:ext cx="1978" cy="669"/>
              <a:chOff x="249" y="1145"/>
              <a:chExt cx="1978" cy="669"/>
            </a:xfrm>
          </p:grpSpPr>
          <p:sp>
            <p:nvSpPr>
              <p:cNvPr id="23574" name="Rectangle 13">
                <a:extLst>
                  <a:ext uri="{FF2B5EF4-FFF2-40B4-BE49-F238E27FC236}">
                    <a16:creationId xmlns:a16="http://schemas.microsoft.com/office/drawing/2014/main" id="{641FB4F6-3F4D-7D8E-1750-84518A8B8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" y="171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5" name="Text Box 58">
                <a:extLst>
                  <a:ext uri="{FF2B5EF4-FFF2-40B4-BE49-F238E27FC236}">
                    <a16:creationId xmlns:a16="http://schemas.microsoft.com/office/drawing/2014/main" id="{551F6E58-AC1A-7018-B099-30A34CCF58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6" y="114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23576" name="Group 59">
                <a:extLst>
                  <a:ext uri="{FF2B5EF4-FFF2-40B4-BE49-F238E27FC236}">
                    <a16:creationId xmlns:a16="http://schemas.microsoft.com/office/drawing/2014/main" id="{1855B479-455E-FB27-022E-3FC6CBF354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" y="1418"/>
                <a:ext cx="1974" cy="288"/>
                <a:chOff x="3402" y="1680"/>
                <a:chExt cx="1974" cy="288"/>
              </a:xfrm>
            </p:grpSpPr>
            <p:sp>
              <p:nvSpPr>
                <p:cNvPr id="23577" name="AutoShape 60">
                  <a:extLst>
                    <a:ext uri="{FF2B5EF4-FFF2-40B4-BE49-F238E27FC236}">
                      <a16:creationId xmlns:a16="http://schemas.microsoft.com/office/drawing/2014/main" id="{E668850F-ACE8-9246-0EF2-60ABB07788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2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78" name="AutoShape 61">
                  <a:extLst>
                    <a:ext uri="{FF2B5EF4-FFF2-40B4-BE49-F238E27FC236}">
                      <a16:creationId xmlns:a16="http://schemas.microsoft.com/office/drawing/2014/main" id="{9C0748C2-7834-72A5-A396-7AFCD1D02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4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79" name="AutoShape 62">
                  <a:extLst>
                    <a:ext uri="{FF2B5EF4-FFF2-40B4-BE49-F238E27FC236}">
                      <a16:creationId xmlns:a16="http://schemas.microsoft.com/office/drawing/2014/main" id="{B54BF8B8-AD88-0790-5A73-56AB446EC1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6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0" name="AutoShape 63">
                  <a:extLst>
                    <a:ext uri="{FF2B5EF4-FFF2-40B4-BE49-F238E27FC236}">
                      <a16:creationId xmlns:a16="http://schemas.microsoft.com/office/drawing/2014/main" id="{4D2A8925-4E0C-AF21-FCB0-5F09AB920B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1" name="AutoShape 64">
                  <a:extLst>
                    <a:ext uri="{FF2B5EF4-FFF2-40B4-BE49-F238E27FC236}">
                      <a16:creationId xmlns:a16="http://schemas.microsoft.com/office/drawing/2014/main" id="{968FE4C7-3639-AC93-2267-47ECB2036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0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2" name="Line 65">
                  <a:extLst>
                    <a:ext uri="{FF2B5EF4-FFF2-40B4-BE49-F238E27FC236}">
                      <a16:creationId xmlns:a16="http://schemas.microsoft.com/office/drawing/2014/main" id="{2C13581E-5E93-79E5-6859-C62A9B34B3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2" y="1680"/>
                  <a:ext cx="1974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83" name="AutoShape 66">
                  <a:extLst>
                    <a:ext uri="{FF2B5EF4-FFF2-40B4-BE49-F238E27FC236}">
                      <a16:creationId xmlns:a16="http://schemas.microsoft.com/office/drawing/2014/main" id="{947D1AAE-18B4-9084-73E0-2164D1D8D9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4" name="AutoShape 67">
                  <a:extLst>
                    <a:ext uri="{FF2B5EF4-FFF2-40B4-BE49-F238E27FC236}">
                      <a16:creationId xmlns:a16="http://schemas.microsoft.com/office/drawing/2014/main" id="{9CCC733B-9AC0-3CEB-CA05-2622CDD6BB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0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5" name="AutoShape 68">
                  <a:extLst>
                    <a:ext uri="{FF2B5EF4-FFF2-40B4-BE49-F238E27FC236}">
                      <a16:creationId xmlns:a16="http://schemas.microsoft.com/office/drawing/2014/main" id="{E806B076-77AB-79E7-C7ED-75455992F0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6" name="AutoShape 69">
                  <a:extLst>
                    <a:ext uri="{FF2B5EF4-FFF2-40B4-BE49-F238E27FC236}">
                      <a16:creationId xmlns:a16="http://schemas.microsoft.com/office/drawing/2014/main" id="{1A268774-137F-C979-7BFA-41E6DE229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4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7" name="AutoShape 70">
                  <a:extLst>
                    <a:ext uri="{FF2B5EF4-FFF2-40B4-BE49-F238E27FC236}">
                      <a16:creationId xmlns:a16="http://schemas.microsoft.com/office/drawing/2014/main" id="{5B57E062-3274-93D5-8050-254601F7F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588" name="AutoShape 71">
                  <a:extLst>
                    <a:ext uri="{FF2B5EF4-FFF2-40B4-BE49-F238E27FC236}">
                      <a16:creationId xmlns:a16="http://schemas.microsoft.com/office/drawing/2014/main" id="{ADD36CB4-0F8E-BACE-BB30-39C7328A8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sp>
        <p:nvSpPr>
          <p:cNvPr id="23564" name="Text Box 82">
            <a:extLst>
              <a:ext uri="{FF2B5EF4-FFF2-40B4-BE49-F238E27FC236}">
                <a16:creationId xmlns:a16="http://schemas.microsoft.com/office/drawing/2014/main" id="{3F0564D6-948F-86F4-1713-CC116E63F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36428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1" i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94" name="Rectangle 130">
            <a:extLst>
              <a:ext uri="{FF2B5EF4-FFF2-40B4-BE49-F238E27FC236}">
                <a16:creationId xmlns:a16="http://schemas.microsoft.com/office/drawing/2014/main" id="{038D73F3-C70A-2251-B88E-F9E6A6CA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6165850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=0.5ql, 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=-0.5ql, 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=-ql</a:t>
            </a:r>
            <a:r>
              <a:rPr kumimoji="1" lang="en-US" altLang="zh-CN" sz="2400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/12</a:t>
            </a:r>
          </a:p>
        </p:txBody>
      </p:sp>
      <p:grpSp>
        <p:nvGrpSpPr>
          <p:cNvPr id="88206" name="Group 142">
            <a:extLst>
              <a:ext uri="{FF2B5EF4-FFF2-40B4-BE49-F238E27FC236}">
                <a16:creationId xmlns:a16="http://schemas.microsoft.com/office/drawing/2014/main" id="{2AF3ACF0-50AF-A7A8-00E6-5E464295D4DE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2492375"/>
            <a:ext cx="4303713" cy="1819275"/>
            <a:chOff x="2728" y="1570"/>
            <a:chExt cx="2711" cy="1146"/>
          </a:xfrm>
        </p:grpSpPr>
        <p:graphicFrame>
          <p:nvGraphicFramePr>
            <p:cNvPr id="23568" name="Object 47">
              <a:extLst>
                <a:ext uri="{FF2B5EF4-FFF2-40B4-BE49-F238E27FC236}">
                  <a16:creationId xmlns:a16="http://schemas.microsoft.com/office/drawing/2014/main" id="{870B0024-CDEE-02FC-A96B-84F05E5CB3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8" y="1570"/>
            <a:ext cx="244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24008" imgH="561954" progId="Equation.DSMT4">
                    <p:embed/>
                  </p:oleObj>
                </mc:Choice>
                <mc:Fallback>
                  <p:oleObj name="Equation" r:id="rId7" imgW="1924008" imgH="561954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1570"/>
                          <a:ext cx="244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9" name="AutoShape 131">
              <a:hlinkClick r:id="rId9" action="ppaction://hlinksldjump" highlightClick="1"/>
              <a:extLst>
                <a:ext uri="{FF2B5EF4-FFF2-40B4-BE49-F238E27FC236}">
                  <a16:creationId xmlns:a16="http://schemas.microsoft.com/office/drawing/2014/main" id="{7F29D584-01C1-E907-601B-0458A516F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2523"/>
              <a:ext cx="336" cy="193"/>
            </a:xfrm>
            <a:prstGeom prst="actionButtonForwardNex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8207" name="Text Box 143">
            <a:extLst>
              <a:ext uri="{FF2B5EF4-FFF2-40B4-BE49-F238E27FC236}">
                <a16:creationId xmlns:a16="http://schemas.microsoft.com/office/drawing/2014/main" id="{9D70DEA2-7103-BC73-ED31-B40D1F560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589588"/>
            <a:ext cx="158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还是</a:t>
            </a:r>
            <a:r>
              <a:rPr lang="en-US" altLang="zh-CN"/>
              <a:t>8</a:t>
            </a:r>
            <a:r>
              <a:rPr lang="zh-CN" altLang="en-US"/>
              <a:t>个方程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8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utoUpdateAnimBg="0"/>
      <p:bldP spid="88074" grpId="0" autoUpdateAnimBg="0"/>
      <p:bldP spid="88075" grpId="0" autoUpdateAnimBg="0"/>
      <p:bldP spid="88113" grpId="0"/>
      <p:bldP spid="88194" grpId="0"/>
      <p:bldP spid="8820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2" name="Group 2">
            <a:extLst>
              <a:ext uri="{FF2B5EF4-FFF2-40B4-BE49-F238E27FC236}">
                <a16:creationId xmlns:a16="http://schemas.microsoft.com/office/drawing/2014/main" id="{C2291904-4A3F-7BF0-9CD3-E67F10167E98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3357563"/>
            <a:ext cx="4067175" cy="1584325"/>
            <a:chOff x="22" y="2115"/>
            <a:chExt cx="2562" cy="998"/>
          </a:xfrm>
        </p:grpSpPr>
        <p:sp>
          <p:nvSpPr>
            <p:cNvPr id="24660" name="AutoShape 3">
              <a:extLst>
                <a:ext uri="{FF2B5EF4-FFF2-40B4-BE49-F238E27FC236}">
                  <a16:creationId xmlns:a16="http://schemas.microsoft.com/office/drawing/2014/main" id="{6583A0C0-ED3C-32F2-BA15-18616AA6E8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231" y="2548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4661" name="Group 4">
              <a:extLst>
                <a:ext uri="{FF2B5EF4-FFF2-40B4-BE49-F238E27FC236}">
                  <a16:creationId xmlns:a16="http://schemas.microsoft.com/office/drawing/2014/main" id="{028F0233-A5F2-CEBD-5020-211966231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" y="2115"/>
              <a:ext cx="2562" cy="998"/>
              <a:chOff x="22" y="2115"/>
              <a:chExt cx="2562" cy="998"/>
            </a:xfrm>
          </p:grpSpPr>
          <p:sp>
            <p:nvSpPr>
              <p:cNvPr id="24662" name="Rectangle 5">
                <a:extLst>
                  <a:ext uri="{FF2B5EF4-FFF2-40B4-BE49-F238E27FC236}">
                    <a16:creationId xmlns:a16="http://schemas.microsoft.com/office/drawing/2014/main" id="{3BDA6DD5-B51B-3B27-541C-35D27D9AD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4663" name="Arc 6">
                <a:extLst>
                  <a:ext uri="{FF2B5EF4-FFF2-40B4-BE49-F238E27FC236}">
                    <a16:creationId xmlns:a16="http://schemas.microsoft.com/office/drawing/2014/main" id="{94F4276D-EFF8-4D75-A774-CF26587C474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9" y="2433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4" name="Rectangle 7">
                <a:extLst>
                  <a:ext uri="{FF2B5EF4-FFF2-40B4-BE49-F238E27FC236}">
                    <a16:creationId xmlns:a16="http://schemas.microsoft.com/office/drawing/2014/main" id="{C431A587-364E-2B86-157C-7FF98BF1E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" y="216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4665" name="AutoShape 8">
                <a:extLst>
                  <a:ext uri="{FF2B5EF4-FFF2-40B4-BE49-F238E27FC236}">
                    <a16:creationId xmlns:a16="http://schemas.microsoft.com/office/drawing/2014/main" id="{02A56EAD-86AF-D13A-D5F2-1218AB2F1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" y="2462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6" name="Rectangle 9">
                <a:extLst>
                  <a:ext uri="{FF2B5EF4-FFF2-40B4-BE49-F238E27FC236}">
                    <a16:creationId xmlns:a16="http://schemas.microsoft.com/office/drawing/2014/main" id="{2B2CB861-4C86-792A-E3DC-DAE018144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" y="2825"/>
                <a:ext cx="2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4667" name="Arc 10">
                <a:extLst>
                  <a:ext uri="{FF2B5EF4-FFF2-40B4-BE49-F238E27FC236}">
                    <a16:creationId xmlns:a16="http://schemas.microsoft.com/office/drawing/2014/main" id="{3731C0D1-6631-99FF-0CB4-413975DAF41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31" y="2528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8" name="Rectangle 11">
                <a:extLst>
                  <a:ext uri="{FF2B5EF4-FFF2-40B4-BE49-F238E27FC236}">
                    <a16:creationId xmlns:a16="http://schemas.microsoft.com/office/drawing/2014/main" id="{80987F50-56D9-B48E-BE54-C031DF381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205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Symbol" panose="05050102010706020507" pitchFamily="18" charset="2"/>
                  </a:rPr>
                  <a:t>q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24669" name="Group 12">
                <a:extLst>
                  <a:ext uri="{FF2B5EF4-FFF2-40B4-BE49-F238E27FC236}">
                    <a16:creationId xmlns:a16="http://schemas.microsoft.com/office/drawing/2014/main" id="{27427B6C-FCD0-46BF-DFF9-C5EA0684B0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" y="2115"/>
                <a:ext cx="1988" cy="652"/>
                <a:chOff x="281" y="2115"/>
                <a:chExt cx="1988" cy="652"/>
              </a:xfrm>
            </p:grpSpPr>
            <p:sp>
              <p:nvSpPr>
                <p:cNvPr id="24670" name="Rectangle 13">
                  <a:extLst>
                    <a:ext uri="{FF2B5EF4-FFF2-40B4-BE49-F238E27FC236}">
                      <a16:creationId xmlns:a16="http://schemas.microsoft.com/office/drawing/2014/main" id="{A7A81D1F-A1DF-7641-CA09-2C57B2B1D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" y="2671"/>
                  <a:ext cx="1968" cy="96"/>
                </a:xfrm>
                <a:prstGeom prst="rect">
                  <a:avLst/>
                </a:prstGeom>
                <a:solidFill>
                  <a:srgbClr val="FF0066"/>
                </a:solidFill>
                <a:ln w="9525">
                  <a:solidFill>
                    <a:srgbClr val="FF00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400">
                    <a:solidFill>
                      <a:srgbClr val="CC33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4671" name="Group 14">
                  <a:extLst>
                    <a:ext uri="{FF2B5EF4-FFF2-40B4-BE49-F238E27FC236}">
                      <a16:creationId xmlns:a16="http://schemas.microsoft.com/office/drawing/2014/main" id="{F67FE342-2916-CF27-59BE-447E16218F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5" y="2115"/>
                  <a:ext cx="1974" cy="561"/>
                  <a:chOff x="3355" y="3339"/>
                  <a:chExt cx="1974" cy="561"/>
                </a:xfrm>
              </p:grpSpPr>
              <p:sp>
                <p:nvSpPr>
                  <p:cNvPr id="24672" name="Text Box 15">
                    <a:extLst>
                      <a:ext uri="{FF2B5EF4-FFF2-40B4-BE49-F238E27FC236}">
                        <a16:creationId xmlns:a16="http://schemas.microsoft.com/office/drawing/2014/main" id="{4D4B402A-EEE3-6954-F819-A11CF3BDA4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2" y="3339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sz="2400" b="1" i="1">
                        <a:latin typeface="Times New Roman" panose="02020603050405020304" pitchFamily="18" charset="0"/>
                      </a:rPr>
                      <a:t>q</a:t>
                    </a:r>
                  </a:p>
                </p:txBody>
              </p:sp>
              <p:grpSp>
                <p:nvGrpSpPr>
                  <p:cNvPr id="24673" name="Group 16">
                    <a:extLst>
                      <a:ext uri="{FF2B5EF4-FFF2-40B4-BE49-F238E27FC236}">
                        <a16:creationId xmlns:a16="http://schemas.microsoft.com/office/drawing/2014/main" id="{83E16ED9-D248-B99B-3616-0D9DDF9A7B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55" y="3612"/>
                    <a:ext cx="1974" cy="288"/>
                    <a:chOff x="3402" y="1680"/>
                    <a:chExt cx="1974" cy="288"/>
                  </a:xfrm>
                </p:grpSpPr>
                <p:sp>
                  <p:nvSpPr>
                    <p:cNvPr id="24674" name="AutoShape 17">
                      <a:extLst>
                        <a:ext uri="{FF2B5EF4-FFF2-40B4-BE49-F238E27FC236}">
                          <a16:creationId xmlns:a16="http://schemas.microsoft.com/office/drawing/2014/main" id="{66E5D932-D661-B0B0-DF18-5DFBF6CD0E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0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75" name="AutoShape 18">
                      <a:extLst>
                        <a:ext uri="{FF2B5EF4-FFF2-40B4-BE49-F238E27FC236}">
                          <a16:creationId xmlns:a16="http://schemas.microsoft.com/office/drawing/2014/main" id="{C96FA29D-FDC3-397D-3D3B-08768E2B8C0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9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76" name="AutoShape 19">
                      <a:extLst>
                        <a:ext uri="{FF2B5EF4-FFF2-40B4-BE49-F238E27FC236}">
                          <a16:creationId xmlns:a16="http://schemas.microsoft.com/office/drawing/2014/main" id="{260DF72B-4C4F-D9FF-B83B-76BA110771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77" name="AutoShape 20">
                      <a:extLst>
                        <a:ext uri="{FF2B5EF4-FFF2-40B4-BE49-F238E27FC236}">
                          <a16:creationId xmlns:a16="http://schemas.microsoft.com/office/drawing/2014/main" id="{53ECC4C5-0A4B-76B4-9FBD-B68DFA34B5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78" name="AutoShape 21">
                      <a:extLst>
                        <a:ext uri="{FF2B5EF4-FFF2-40B4-BE49-F238E27FC236}">
                          <a16:creationId xmlns:a16="http://schemas.microsoft.com/office/drawing/2014/main" id="{B21F4081-2E60-793B-D451-DBD86EC587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79" name="Line 22">
                      <a:extLst>
                        <a:ext uri="{FF2B5EF4-FFF2-40B4-BE49-F238E27FC236}">
                          <a16:creationId xmlns:a16="http://schemas.microsoft.com/office/drawing/2014/main" id="{CD233DD5-068F-26A9-73BA-2F36738954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02" y="1680"/>
                      <a:ext cx="197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680" name="AutoShape 23">
                      <a:extLst>
                        <a:ext uri="{FF2B5EF4-FFF2-40B4-BE49-F238E27FC236}">
                          <a16:creationId xmlns:a16="http://schemas.microsoft.com/office/drawing/2014/main" id="{1E7C442B-2E71-BD11-323A-3553DD811EE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6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81" name="AutoShape 24">
                      <a:extLst>
                        <a:ext uri="{FF2B5EF4-FFF2-40B4-BE49-F238E27FC236}">
                          <a16:creationId xmlns:a16="http://schemas.microsoft.com/office/drawing/2014/main" id="{9CE62834-7BA1-0399-1E68-9E089EC32C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60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82" name="AutoShape 25">
                      <a:extLst>
                        <a:ext uri="{FF2B5EF4-FFF2-40B4-BE49-F238E27FC236}">
                          <a16:creationId xmlns:a16="http://schemas.microsoft.com/office/drawing/2014/main" id="{9ACE4214-9021-49F6-C72E-B490A6A6AC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83" name="AutoShape 26">
                      <a:extLst>
                        <a:ext uri="{FF2B5EF4-FFF2-40B4-BE49-F238E27FC236}">
                          <a16:creationId xmlns:a16="http://schemas.microsoft.com/office/drawing/2014/main" id="{042569FA-E012-FA76-E3E2-1547864A2A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4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84" name="AutoShape 27">
                      <a:extLst>
                        <a:ext uri="{FF2B5EF4-FFF2-40B4-BE49-F238E27FC236}">
                          <a16:creationId xmlns:a16="http://schemas.microsoft.com/office/drawing/2014/main" id="{E74A052F-B217-CE03-9311-0A034BF524C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36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4685" name="AutoShape 28">
                      <a:extLst>
                        <a:ext uri="{FF2B5EF4-FFF2-40B4-BE49-F238E27FC236}">
                          <a16:creationId xmlns:a16="http://schemas.microsoft.com/office/drawing/2014/main" id="{0F4F602D-BA7A-555C-A5D2-9679C7F046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28" y="1680"/>
                      <a:ext cx="48" cy="288"/>
                    </a:xfrm>
                    <a:prstGeom prst="downArrow">
                      <a:avLst>
                        <a:gd name="adj1" fmla="val 50000"/>
                        <a:gd name="adj2" fmla="val 150000"/>
                      </a:avLst>
                    </a:prstGeom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24579" name="Rectangle 29">
            <a:extLst>
              <a:ext uri="{FF2B5EF4-FFF2-40B4-BE49-F238E27FC236}">
                <a16:creationId xmlns:a16="http://schemas.microsoft.com/office/drawing/2014/main" id="{A3A5AACE-D6DA-D7F3-4019-7827220BA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4300"/>
            <a:ext cx="361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例 </a:t>
            </a:r>
            <a:r>
              <a:rPr lang="en-US" altLang="zh-CN" sz="2400" b="1"/>
              <a:t>7 </a:t>
            </a:r>
            <a:r>
              <a:rPr lang="zh-CN" altLang="en-US" sz="2400" b="1"/>
              <a:t>求图示梁的支座反力</a:t>
            </a:r>
          </a:p>
        </p:txBody>
      </p:sp>
      <p:graphicFrame>
        <p:nvGraphicFramePr>
          <p:cNvPr id="97310" name="Object 30">
            <a:extLst>
              <a:ext uri="{FF2B5EF4-FFF2-40B4-BE49-F238E27FC236}">
                <a16:creationId xmlns:a16="http://schemas.microsoft.com/office/drawing/2014/main" id="{EC95226C-600D-FDE4-9677-095443750847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4278313" y="3789363"/>
          <a:ext cx="3559175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2077" imgH="809646" progId="Equation.DSMT4">
                  <p:embed/>
                </p:oleObj>
              </mc:Choice>
              <mc:Fallback>
                <p:oleObj name="Equation" r:id="rId2" imgW="1762077" imgH="809646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3789363"/>
                        <a:ext cx="3559175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rgbClr val="FFCC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11" name="Object 31">
            <a:extLst>
              <a:ext uri="{FF2B5EF4-FFF2-40B4-BE49-F238E27FC236}">
                <a16:creationId xmlns:a16="http://schemas.microsoft.com/office/drawing/2014/main" id="{13AE9F57-199F-DB86-B567-D2652E7E2890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257675" y="981075"/>
          <a:ext cx="29352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3532" imgH="466710" progId="Equation.DSMT4">
                  <p:embed/>
                </p:oleObj>
              </mc:Choice>
              <mc:Fallback>
                <p:oleObj name="Equation" r:id="rId4" imgW="1533532" imgH="46671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981075"/>
                        <a:ext cx="29352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12" name="Rectangle 32">
            <a:extLst>
              <a:ext uri="{FF2B5EF4-FFF2-40B4-BE49-F238E27FC236}">
                <a16:creationId xmlns:a16="http://schemas.microsoft.com/office/drawing/2014/main" id="{DE28BBA6-F19C-C1FD-160C-76660EA0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49275"/>
            <a:ext cx="39608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100">
                <a:latin typeface="宋体" panose="02010600030101010101" pitchFamily="2" charset="-122"/>
                <a:sym typeface="Wingdings" panose="05000000000000000000" pitchFamily="2" charset="2"/>
              </a:rPr>
              <a:t>解、</a:t>
            </a: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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的平衡条件，如图</a:t>
            </a:r>
          </a:p>
        </p:txBody>
      </p:sp>
      <p:sp>
        <p:nvSpPr>
          <p:cNvPr id="97313" name="Rectangle 33">
            <a:extLst>
              <a:ext uri="{FF2B5EF4-FFF2-40B4-BE49-F238E27FC236}">
                <a16:creationId xmlns:a16="http://schemas.microsoft.com/office/drawing/2014/main" id="{B5C1056E-9A07-BE74-A36A-1525F0EA1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1916113"/>
            <a:ext cx="41148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</a:t>
            </a:r>
            <a:r>
              <a:rPr lang="zh-CN" altLang="en-US" sz="2100">
                <a:latin typeface="宋体" panose="02010600030101010101" pitchFamily="2" charset="-122"/>
              </a:rPr>
              <a:t>分析</a:t>
            </a:r>
            <a:r>
              <a:rPr lang="en-US" altLang="zh-CN" sz="2100" i="1">
                <a:latin typeface="Times New Roman" panose="02020603050405020304" pitchFamily="18" charset="0"/>
              </a:rPr>
              <a:t>AB</a:t>
            </a:r>
            <a:r>
              <a:rPr lang="zh-CN" altLang="en-US" sz="2100">
                <a:latin typeface="宋体" panose="02010600030101010101" pitchFamily="2" charset="-122"/>
              </a:rPr>
              <a:t>力与变形间的物理关系</a:t>
            </a:r>
          </a:p>
        </p:txBody>
      </p:sp>
      <p:sp>
        <p:nvSpPr>
          <p:cNvPr id="97314" name="Rectangle 34">
            <a:extLst>
              <a:ext uri="{FF2B5EF4-FFF2-40B4-BE49-F238E27FC236}">
                <a16:creationId xmlns:a16="http://schemas.microsoft.com/office/drawing/2014/main" id="{4633F9ED-7EB7-8E3A-C76B-5A7551E62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57788"/>
            <a:ext cx="24479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</a:t>
            </a:r>
            <a:r>
              <a:rPr lang="zh-CN" altLang="en-US" sz="2100">
                <a:latin typeface="宋体" panose="02010600030101010101" pitchFamily="2" charset="-122"/>
              </a:rPr>
              <a:t>变形几何关系</a:t>
            </a:r>
          </a:p>
        </p:txBody>
      </p:sp>
      <p:sp>
        <p:nvSpPr>
          <p:cNvPr id="97315" name="Rectangle 35">
            <a:extLst>
              <a:ext uri="{FF2B5EF4-FFF2-40B4-BE49-F238E27FC236}">
                <a16:creationId xmlns:a16="http://schemas.microsoft.com/office/drawing/2014/main" id="{97E3E0A1-A181-006A-6BAA-40E9B2F6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516563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=y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=0,M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=0</a:t>
            </a:r>
          </a:p>
        </p:txBody>
      </p:sp>
      <p:grpSp>
        <p:nvGrpSpPr>
          <p:cNvPr id="24586" name="Group 120">
            <a:extLst>
              <a:ext uri="{FF2B5EF4-FFF2-40B4-BE49-F238E27FC236}">
                <a16:creationId xmlns:a16="http://schemas.microsoft.com/office/drawing/2014/main" id="{E6D6CB67-5128-2E82-9C75-1A61A72EFA8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4813"/>
            <a:ext cx="4067175" cy="1541462"/>
            <a:chOff x="158" y="255"/>
            <a:chExt cx="2562" cy="971"/>
          </a:xfrm>
        </p:grpSpPr>
        <p:grpSp>
          <p:nvGrpSpPr>
            <p:cNvPr id="24618" name="Group 119">
              <a:extLst>
                <a:ext uri="{FF2B5EF4-FFF2-40B4-BE49-F238E27FC236}">
                  <a16:creationId xmlns:a16="http://schemas.microsoft.com/office/drawing/2014/main" id="{1A20F073-E5FE-4DA2-FE3B-02D533893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255"/>
              <a:ext cx="2562" cy="971"/>
              <a:chOff x="158" y="255"/>
              <a:chExt cx="2562" cy="971"/>
            </a:xfrm>
          </p:grpSpPr>
          <p:grpSp>
            <p:nvGrpSpPr>
              <p:cNvPr id="24620" name="Group 118">
                <a:extLst>
                  <a:ext uri="{FF2B5EF4-FFF2-40B4-BE49-F238E27FC236}">
                    <a16:creationId xmlns:a16="http://schemas.microsoft.com/office/drawing/2014/main" id="{A7EEAA7E-383B-ABBA-F38A-BB686C8E0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" y="255"/>
                <a:ext cx="2562" cy="971"/>
                <a:chOff x="158" y="255"/>
                <a:chExt cx="2562" cy="971"/>
              </a:xfrm>
            </p:grpSpPr>
            <p:grpSp>
              <p:nvGrpSpPr>
                <p:cNvPr id="24622" name="Group 117">
                  <a:extLst>
                    <a:ext uri="{FF2B5EF4-FFF2-40B4-BE49-F238E27FC236}">
                      <a16:creationId xmlns:a16="http://schemas.microsoft.com/office/drawing/2014/main" id="{6657AC0C-DC50-3D84-E669-9F5FAEC117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8" y="255"/>
                  <a:ext cx="2562" cy="971"/>
                  <a:chOff x="158" y="255"/>
                  <a:chExt cx="2562" cy="971"/>
                </a:xfrm>
              </p:grpSpPr>
              <p:sp>
                <p:nvSpPr>
                  <p:cNvPr id="24624" name="Text Box 64">
                    <a:extLst>
                      <a:ext uri="{FF2B5EF4-FFF2-40B4-BE49-F238E27FC236}">
                        <a16:creationId xmlns:a16="http://schemas.microsoft.com/office/drawing/2014/main" id="{42C6507D-EED3-9531-F136-8A63FE60C3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" y="300"/>
                    <a:ext cx="22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i="1">
                        <a:latin typeface="Times New Roman" panose="02020603050405020304" pitchFamily="18" charset="0"/>
                      </a:rPr>
                      <a:t>y</a:t>
                    </a:r>
                  </a:p>
                </p:txBody>
              </p:sp>
              <p:grpSp>
                <p:nvGrpSpPr>
                  <p:cNvPr id="24625" name="Group 116">
                    <a:extLst>
                      <a:ext uri="{FF2B5EF4-FFF2-40B4-BE49-F238E27FC236}">
                        <a16:creationId xmlns:a16="http://schemas.microsoft.com/office/drawing/2014/main" id="{7615ADCA-F09D-9651-3D7C-453EC913735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8" y="255"/>
                    <a:ext cx="2562" cy="971"/>
                    <a:chOff x="158" y="255"/>
                    <a:chExt cx="2562" cy="971"/>
                  </a:xfrm>
                </p:grpSpPr>
                <p:sp>
                  <p:nvSpPr>
                    <p:cNvPr id="24626" name="Line 51">
                      <a:extLst>
                        <a:ext uri="{FF2B5EF4-FFF2-40B4-BE49-F238E27FC236}">
                          <a16:creationId xmlns:a16="http://schemas.microsoft.com/office/drawing/2014/main" id="{7210DE3E-82CE-AAA3-CDFA-9C477D0093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2200" y="958"/>
                      <a:ext cx="45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24627" name="Group 115">
                      <a:extLst>
                        <a:ext uri="{FF2B5EF4-FFF2-40B4-BE49-F238E27FC236}">
                          <a16:creationId xmlns:a16="http://schemas.microsoft.com/office/drawing/2014/main" id="{B57E7953-EF72-A298-BC6F-0A64D6F093E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8" y="255"/>
                      <a:ext cx="2562" cy="971"/>
                      <a:chOff x="158" y="255"/>
                      <a:chExt cx="2562" cy="971"/>
                    </a:xfrm>
                  </p:grpSpPr>
                  <p:grpSp>
                    <p:nvGrpSpPr>
                      <p:cNvPr id="24628" name="Group 45">
                        <a:extLst>
                          <a:ext uri="{FF2B5EF4-FFF2-40B4-BE49-F238E27FC236}">
                            <a16:creationId xmlns:a16="http://schemas.microsoft.com/office/drawing/2014/main" id="{A2C39521-0AC9-A26C-BD3E-0CEE7C632A2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2200" y="934"/>
                        <a:ext cx="46" cy="227"/>
                        <a:chOff x="192" y="672"/>
                        <a:chExt cx="96" cy="480"/>
                      </a:xfrm>
                    </p:grpSpPr>
                    <p:sp>
                      <p:nvSpPr>
                        <p:cNvPr id="24658" name="Rectangle 46">
                          <a:extLst>
                            <a:ext uri="{FF2B5EF4-FFF2-40B4-BE49-F238E27FC236}">
                              <a16:creationId xmlns:a16="http://schemas.microsoft.com/office/drawing/2014/main" id="{1323560C-A287-F6EA-2A29-1F15BB8CD18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92" y="672"/>
                          <a:ext cx="96" cy="480"/>
                        </a:xfrm>
                        <a:prstGeom prst="rect">
                          <a:avLst/>
                        </a:prstGeom>
                        <a:blipFill dpi="0" rotWithShape="0">
                          <a:blip r:embed="rId6"/>
                          <a:srcRect/>
                          <a:tile tx="0" ty="0" sx="100000" sy="100000" flip="none" algn="tl"/>
                        </a:blip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eaLnBrk="1" hangingPunct="1"/>
                          <a:endParaRPr lang="zh-CN" altLang="en-US"/>
                        </a:p>
                      </p:txBody>
                    </p:sp>
                    <p:sp>
                      <p:nvSpPr>
                        <p:cNvPr id="24659" name="Line 47">
                          <a:extLst>
                            <a:ext uri="{FF2B5EF4-FFF2-40B4-BE49-F238E27FC236}">
                              <a16:creationId xmlns:a16="http://schemas.microsoft.com/office/drawing/2014/main" id="{DF04279D-4BCD-CDBB-E711-E73585DE92D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88" y="672"/>
                          <a:ext cx="0" cy="48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24629" name="Oval 53">
                        <a:extLst>
                          <a:ext uri="{FF2B5EF4-FFF2-40B4-BE49-F238E27FC236}">
                            <a16:creationId xmlns:a16="http://schemas.microsoft.com/office/drawing/2014/main" id="{4DA34703-2742-7F3E-A891-56CA1C8DCF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2199" y="979"/>
                        <a:ext cx="46" cy="4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rot="10800000" vert="eaVert"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/>
                        <a:endParaRPr lang="zh-CN" altLang="zh-CN"/>
                      </a:p>
                    </p:txBody>
                  </p:sp>
                  <p:sp>
                    <p:nvSpPr>
                      <p:cNvPr id="24630" name="Rectangle 57">
                        <a:extLst>
                          <a:ext uri="{FF2B5EF4-FFF2-40B4-BE49-F238E27FC236}">
                            <a16:creationId xmlns:a16="http://schemas.microsoft.com/office/drawing/2014/main" id="{C9A2E3AD-2993-9EA3-6FF6-3DA595AF1AF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5" y="816"/>
                        <a:ext cx="1968" cy="96"/>
                      </a:xfrm>
                      <a:prstGeom prst="rect">
                        <a:avLst/>
                      </a:prstGeom>
                      <a:solidFill>
                        <a:srgbClr val="FF0066"/>
                      </a:solidFill>
                      <a:ln w="9525">
                        <a:solidFill>
                          <a:srgbClr val="FF0066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/>
                        <a:endParaRPr kumimoji="1" lang="en-US" altLang="zh-CN" sz="24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</a:endParaRPr>
                      </a:p>
                      <a:p>
                        <a:pPr algn="ctr" eaLnBrk="1" hangingPunct="1"/>
                        <a:endParaRPr kumimoji="1" lang="en-US" altLang="zh-CN" sz="24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</a:endParaRPr>
                      </a:p>
                      <a:p>
                        <a:pPr algn="ctr" eaLnBrk="1" hangingPunct="1"/>
                        <a:endParaRPr kumimoji="1" lang="en-US" altLang="zh-CN" sz="240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24631" name="Group 114">
                        <a:extLst>
                          <a:ext uri="{FF2B5EF4-FFF2-40B4-BE49-F238E27FC236}">
                            <a16:creationId xmlns:a16="http://schemas.microsoft.com/office/drawing/2014/main" id="{EE5F3444-2446-6887-6671-3D0F0F1F73C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8" y="255"/>
                        <a:ext cx="2562" cy="971"/>
                        <a:chOff x="158" y="255"/>
                        <a:chExt cx="2562" cy="971"/>
                      </a:xfrm>
                    </p:grpSpPr>
                    <p:grpSp>
                      <p:nvGrpSpPr>
                        <p:cNvPr id="24632" name="Group 37">
                          <a:extLst>
                            <a:ext uri="{FF2B5EF4-FFF2-40B4-BE49-F238E27FC236}">
                              <a16:creationId xmlns:a16="http://schemas.microsoft.com/office/drawing/2014/main" id="{6624B7B5-2BD4-88A5-2B3D-A11B0DBC90C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49" y="890"/>
                          <a:ext cx="1996" cy="336"/>
                          <a:chOff x="288" y="1056"/>
                          <a:chExt cx="1920" cy="336"/>
                        </a:xfrm>
                      </p:grpSpPr>
                      <p:sp>
                        <p:nvSpPr>
                          <p:cNvPr id="24654" name="Line 38">
                            <a:extLst>
                              <a:ext uri="{FF2B5EF4-FFF2-40B4-BE49-F238E27FC236}">
                                <a16:creationId xmlns:a16="http://schemas.microsoft.com/office/drawing/2014/main" id="{9162DCF5-E7C3-F5DC-C900-3868EBCC31E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88" y="1248"/>
                            <a:ext cx="0" cy="144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24655" name="Line 39">
                            <a:extLst>
                              <a:ext uri="{FF2B5EF4-FFF2-40B4-BE49-F238E27FC236}">
                                <a16:creationId xmlns:a16="http://schemas.microsoft.com/office/drawing/2014/main" id="{9A9A59EF-109F-8237-250A-2DD1BD39733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208" y="1248"/>
                            <a:ext cx="0" cy="144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24656" name="Line 40">
                            <a:extLst>
                              <a:ext uri="{FF2B5EF4-FFF2-40B4-BE49-F238E27FC236}">
                                <a16:creationId xmlns:a16="http://schemas.microsoft.com/office/drawing/2014/main" id="{7418B884-F51B-1DAD-45C7-C2E9027E786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88" y="1296"/>
                            <a:ext cx="1920" cy="0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chemeClr val="tx1"/>
                            </a:solidFill>
                            <a:round/>
                            <a:headEnd type="stealth" w="med" len="lg"/>
                            <a:tailEnd type="stealth" w="med" len="lg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24657" name="Text Box 41">
                            <a:extLst>
                              <a:ext uri="{FF2B5EF4-FFF2-40B4-BE49-F238E27FC236}">
                                <a16:creationId xmlns:a16="http://schemas.microsoft.com/office/drawing/2014/main" id="{BBFCFDA7-2652-5959-598E-E64AF56B5651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200" y="1056"/>
                            <a:ext cx="624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1pPr>
                            <a:lvl2pPr marL="742950" indent="-28575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2pPr>
                            <a:lvl3pPr marL="11430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3pPr>
                            <a:lvl4pPr marL="16002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4pPr>
                            <a:lvl5pPr marL="20574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</a:pPr>
                            <a:r>
                              <a:rPr kumimoji="1" lang="en-US" altLang="zh-CN" sz="2400" i="1">
                                <a:latin typeface="Times New Roman" panose="02020603050405020304" pitchFamily="18" charset="0"/>
                              </a:rPr>
                              <a:t>l</a:t>
                            </a:r>
                          </a:p>
                        </p:txBody>
                      </p:sp>
                    </p:grpSp>
                    <p:grpSp>
                      <p:nvGrpSpPr>
                        <p:cNvPr id="24633" name="Group 58">
                          <a:extLst>
                            <a:ext uri="{FF2B5EF4-FFF2-40B4-BE49-F238E27FC236}">
                              <a16:creationId xmlns:a16="http://schemas.microsoft.com/office/drawing/2014/main" id="{C3C222D8-B3BE-09EC-1A14-CE57CE1032D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8" y="624"/>
                          <a:ext cx="96" cy="480"/>
                          <a:chOff x="192" y="672"/>
                          <a:chExt cx="96" cy="480"/>
                        </a:xfrm>
                      </p:grpSpPr>
                      <p:sp>
                        <p:nvSpPr>
                          <p:cNvPr id="24652" name="Rectangle 59">
                            <a:extLst>
                              <a:ext uri="{FF2B5EF4-FFF2-40B4-BE49-F238E27FC236}">
                                <a16:creationId xmlns:a16="http://schemas.microsoft.com/office/drawing/2014/main" id="{A8305D6D-FCE7-7530-9D0A-6A1273EA9D85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" y="672"/>
                            <a:ext cx="96" cy="480"/>
                          </a:xfrm>
                          <a:prstGeom prst="rect">
                            <a:avLst/>
                          </a:prstGeom>
                          <a:blipFill dpi="0" rotWithShape="0">
                            <a:blip r:embed="rId6"/>
                            <a:srcRect/>
                            <a:tile tx="0" ty="0" sx="100000" sy="100000" flip="none" algn="tl"/>
                          </a:blip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/>
                          <a:lstStyle>
                            <a:lvl1pPr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1pPr>
                            <a:lvl2pPr marL="742950" indent="-28575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2pPr>
                            <a:lvl3pPr marL="11430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3pPr>
                            <a:lvl4pPr marL="16002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4pPr>
                            <a:lvl5pPr marL="20574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/>
                          </a:p>
                        </p:txBody>
                      </p:sp>
                      <p:sp>
                        <p:nvSpPr>
                          <p:cNvPr id="24653" name="Line 60">
                            <a:extLst>
                              <a:ext uri="{FF2B5EF4-FFF2-40B4-BE49-F238E27FC236}">
                                <a16:creationId xmlns:a16="http://schemas.microsoft.com/office/drawing/2014/main" id="{B129026F-FB47-E33D-0865-B68EA014452F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88" y="672"/>
                            <a:ext cx="0" cy="480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24634" name="Text Box 61">
                          <a:extLst>
                            <a:ext uri="{FF2B5EF4-FFF2-40B4-BE49-F238E27FC236}">
                              <a16:creationId xmlns:a16="http://schemas.microsoft.com/office/drawing/2014/main" id="{8E7F7A3A-E857-DEDD-4D4D-612AF974D316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49" y="850"/>
                          <a:ext cx="38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</a:pPr>
                          <a:r>
                            <a:rPr kumimoji="1" lang="en-US" altLang="zh-CN" sz="2400" i="1">
                              <a:latin typeface="Times New Roman" panose="02020603050405020304" pitchFamily="18" charset="0"/>
                            </a:rPr>
                            <a:t>A</a:t>
                          </a:r>
                        </a:p>
                      </p:txBody>
                    </p:sp>
                    <p:sp>
                      <p:nvSpPr>
                        <p:cNvPr id="24635" name="Text Box 62">
                          <a:extLst>
                            <a:ext uri="{FF2B5EF4-FFF2-40B4-BE49-F238E27FC236}">
                              <a16:creationId xmlns:a16="http://schemas.microsoft.com/office/drawing/2014/main" id="{39B2A5A4-ABD1-96E3-496F-9865F65E69BA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36" y="754"/>
                          <a:ext cx="38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</a:pPr>
                          <a:r>
                            <a:rPr kumimoji="1" lang="en-US" altLang="zh-CN" sz="2400" i="1">
                              <a:latin typeface="Times New Roman" panose="02020603050405020304" pitchFamily="18" charset="0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24636" name="Text Box 63">
                          <a:extLst>
                            <a:ext uri="{FF2B5EF4-FFF2-40B4-BE49-F238E27FC236}">
                              <a16:creationId xmlns:a16="http://schemas.microsoft.com/office/drawing/2014/main" id="{FA5FCDBB-4A3B-E9D2-11C8-D994C77FE3C5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78" y="541"/>
                          <a:ext cx="180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>
                          <a:spAutoFit/>
                        </a:bodyPr>
                        <a:lstStyle>
                          <a:lvl1pPr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US" altLang="zh-CN" i="1">
                              <a:latin typeface="Times New Roman" panose="02020603050405020304" pitchFamily="18" charset="0"/>
                            </a:rPr>
                            <a:t>x</a:t>
                          </a:r>
                        </a:p>
                      </p:txBody>
                    </p:sp>
                    <p:grpSp>
                      <p:nvGrpSpPr>
                        <p:cNvPr id="24637" name="Group 65">
                          <a:extLst>
                            <a:ext uri="{FF2B5EF4-FFF2-40B4-BE49-F238E27FC236}">
                              <a16:creationId xmlns:a16="http://schemas.microsoft.com/office/drawing/2014/main" id="{8B1AFA83-A1D0-A9EE-44A6-6B064263484F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49" y="255"/>
                          <a:ext cx="1974" cy="561"/>
                          <a:chOff x="3355" y="3339"/>
                          <a:chExt cx="1974" cy="561"/>
                        </a:xfrm>
                      </p:grpSpPr>
                      <p:sp>
                        <p:nvSpPr>
                          <p:cNvPr id="24638" name="Text Box 66">
                            <a:extLst>
                              <a:ext uri="{FF2B5EF4-FFF2-40B4-BE49-F238E27FC236}">
                                <a16:creationId xmlns:a16="http://schemas.microsoft.com/office/drawing/2014/main" id="{44F32AF2-2EE8-A655-659A-C1549BE55059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332" y="3339"/>
                            <a:ext cx="43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>
                            <a:spAutoFit/>
                          </a:bodyPr>
                          <a:lstStyle>
                            <a:lvl1pPr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1pPr>
                            <a:lvl2pPr marL="742950" indent="-28575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2pPr>
                            <a:lvl3pPr marL="11430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3pPr>
                            <a:lvl4pPr marL="16002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4pPr>
                            <a:lvl5pPr marL="2057400" indent="-22860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50000"/>
                              </a:spcBef>
                            </a:pPr>
                            <a:r>
                              <a:rPr kumimoji="1" lang="en-US" altLang="zh-CN" sz="2400" b="1" i="1">
                                <a:latin typeface="Times New Roman" panose="02020603050405020304" pitchFamily="18" charset="0"/>
                              </a:rPr>
                              <a:t>q</a:t>
                            </a:r>
                          </a:p>
                        </p:txBody>
                      </p:sp>
                      <p:grpSp>
                        <p:nvGrpSpPr>
                          <p:cNvPr id="24639" name="Group 67">
                            <a:extLst>
                              <a:ext uri="{FF2B5EF4-FFF2-40B4-BE49-F238E27FC236}">
                                <a16:creationId xmlns:a16="http://schemas.microsoft.com/office/drawing/2014/main" id="{DB60DFFA-4712-CF83-0D09-6E17C1A57E9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355" y="3612"/>
                            <a:ext cx="1974" cy="288"/>
                            <a:chOff x="3402" y="1680"/>
                            <a:chExt cx="1974" cy="288"/>
                          </a:xfrm>
                        </p:grpSpPr>
                        <p:sp>
                          <p:nvSpPr>
                            <p:cNvPr id="24640" name="AutoShape 68">
                              <a:extLst>
                                <a:ext uri="{FF2B5EF4-FFF2-40B4-BE49-F238E27FC236}">
                                  <a16:creationId xmlns:a16="http://schemas.microsoft.com/office/drawing/2014/main" id="{CC37B896-A08A-D337-EDE7-5DFC9F1140C3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402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1" name="AutoShape 69">
                              <a:extLst>
                                <a:ext uri="{FF2B5EF4-FFF2-40B4-BE49-F238E27FC236}">
                                  <a16:creationId xmlns:a16="http://schemas.microsoft.com/office/drawing/2014/main" id="{F2741329-6366-CB32-E3DE-031EB89E69A8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594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2" name="AutoShape 70">
                              <a:extLst>
                                <a:ext uri="{FF2B5EF4-FFF2-40B4-BE49-F238E27FC236}">
                                  <a16:creationId xmlns:a16="http://schemas.microsoft.com/office/drawing/2014/main" id="{C9FB86B3-8979-4F26-A6AB-FEFCC9F61EEB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786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3" name="AutoShape 71">
                              <a:extLst>
                                <a:ext uri="{FF2B5EF4-FFF2-40B4-BE49-F238E27FC236}">
                                  <a16:creationId xmlns:a16="http://schemas.microsoft.com/office/drawing/2014/main" id="{D8A83BE5-A9A4-DEBB-25F8-D2F2BE2A39B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978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4" name="AutoShape 72">
                              <a:extLst>
                                <a:ext uri="{FF2B5EF4-FFF2-40B4-BE49-F238E27FC236}">
                                  <a16:creationId xmlns:a16="http://schemas.microsoft.com/office/drawing/2014/main" id="{28FF3C2B-4217-E021-F636-0869AD44B79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170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5" name="Line 73">
                              <a:extLst>
                                <a:ext uri="{FF2B5EF4-FFF2-40B4-BE49-F238E27FC236}">
                                  <a16:creationId xmlns:a16="http://schemas.microsoft.com/office/drawing/2014/main" id="{32001D64-A608-4B52-A92E-FC4D8B23CF76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402" y="1680"/>
                              <a:ext cx="1974" cy="0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chemeClr val="accent2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6" name="AutoShape 74">
                              <a:extLst>
                                <a:ext uri="{FF2B5EF4-FFF2-40B4-BE49-F238E27FC236}">
                                  <a16:creationId xmlns:a16="http://schemas.microsoft.com/office/drawing/2014/main" id="{21900022-700A-A8CC-4330-1995E1545391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68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7" name="AutoShape 75">
                              <a:extLst>
                                <a:ext uri="{FF2B5EF4-FFF2-40B4-BE49-F238E27FC236}">
                                  <a16:creationId xmlns:a16="http://schemas.microsoft.com/office/drawing/2014/main" id="{2E5A2300-2D55-7459-A3C4-2397ED77B761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560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8" name="AutoShape 76">
                              <a:extLst>
                                <a:ext uri="{FF2B5EF4-FFF2-40B4-BE49-F238E27FC236}">
                                  <a16:creationId xmlns:a16="http://schemas.microsoft.com/office/drawing/2014/main" id="{F24A6CE4-DE73-3003-522F-EB33EE7BFA0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752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49" name="AutoShape 77">
                              <a:extLst>
                                <a:ext uri="{FF2B5EF4-FFF2-40B4-BE49-F238E27FC236}">
                                  <a16:creationId xmlns:a16="http://schemas.microsoft.com/office/drawing/2014/main" id="{F91ACAF9-290F-C369-7AB0-3C3E86489D0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944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50" name="AutoShape 78">
                              <a:extLst>
                                <a:ext uri="{FF2B5EF4-FFF2-40B4-BE49-F238E27FC236}">
                                  <a16:creationId xmlns:a16="http://schemas.microsoft.com/office/drawing/2014/main" id="{28AD5AB8-BE83-8671-BD56-1AD4051FBEEF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136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651" name="AutoShape 79">
                              <a:extLst>
                                <a:ext uri="{FF2B5EF4-FFF2-40B4-BE49-F238E27FC236}">
                                  <a16:creationId xmlns:a16="http://schemas.microsoft.com/office/drawing/2014/main" id="{C5DF3D2F-DECF-92AA-1124-B3B7413DB58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328" y="1680"/>
                              <a:ext cx="48" cy="288"/>
                            </a:xfrm>
                            <a:prstGeom prst="downArrow">
                              <a:avLst>
                                <a:gd name="adj1" fmla="val 50000"/>
                                <a:gd name="adj2" fmla="val 150000"/>
                              </a:avLst>
                            </a:prstGeom>
                            <a:solidFill>
                              <a:schemeClr val="accent2"/>
                            </a:solidFill>
                            <a:ln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eaVert" wrap="none" anchor="ctr"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sp>
              <p:nvSpPr>
                <p:cNvPr id="24623" name="Oval 49">
                  <a:extLst>
                    <a:ext uri="{FF2B5EF4-FFF2-40B4-BE49-F238E27FC236}">
                      <a16:creationId xmlns:a16="http://schemas.microsoft.com/office/drawing/2014/main" id="{7AC597B3-374D-3268-A630-EB5F3BFC16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2199" y="889"/>
                  <a:ext cx="46" cy="4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4621" name="Line 80">
                <a:extLst>
                  <a:ext uri="{FF2B5EF4-FFF2-40B4-BE49-F238E27FC236}">
                    <a16:creationId xmlns:a16="http://schemas.microsoft.com/office/drawing/2014/main" id="{D5EDCBFF-5ED3-651A-C162-3487FB5FE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799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19" name="Line 81">
              <a:extLst>
                <a:ext uri="{FF2B5EF4-FFF2-40B4-BE49-F238E27FC236}">
                  <a16:creationId xmlns:a16="http://schemas.microsoft.com/office/drawing/2014/main" id="{46B47CED-5E8C-0A0C-A204-F5B122BCE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" y="39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7362" name="Group 82">
            <a:extLst>
              <a:ext uri="{FF2B5EF4-FFF2-40B4-BE49-F238E27FC236}">
                <a16:creationId xmlns:a16="http://schemas.microsoft.com/office/drawing/2014/main" id="{0734A8D6-7C40-667E-2EAD-9651D769A87C}"/>
              </a:ext>
            </a:extLst>
          </p:cNvPr>
          <p:cNvGrpSpPr>
            <a:grpSpLocks/>
          </p:cNvGrpSpPr>
          <p:nvPr/>
        </p:nvGrpSpPr>
        <p:grpSpPr bwMode="auto">
          <a:xfrm>
            <a:off x="-36513" y="1817688"/>
            <a:ext cx="4321176" cy="1611312"/>
            <a:chOff x="-23" y="1145"/>
            <a:chExt cx="2722" cy="1015"/>
          </a:xfrm>
        </p:grpSpPr>
        <p:grpSp>
          <p:nvGrpSpPr>
            <p:cNvPr id="24592" name="Group 83">
              <a:extLst>
                <a:ext uri="{FF2B5EF4-FFF2-40B4-BE49-F238E27FC236}">
                  <a16:creationId xmlns:a16="http://schemas.microsoft.com/office/drawing/2014/main" id="{C1315B49-9553-E4B9-12E2-2EB93D11A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8" y="1298"/>
              <a:ext cx="671" cy="862"/>
              <a:chOff x="2028" y="1298"/>
              <a:chExt cx="671" cy="862"/>
            </a:xfrm>
          </p:grpSpPr>
          <p:sp>
            <p:nvSpPr>
              <p:cNvPr id="24615" name="Arc 84">
                <a:extLst>
                  <a:ext uri="{FF2B5EF4-FFF2-40B4-BE49-F238E27FC236}">
                    <a16:creationId xmlns:a16="http://schemas.microsoft.com/office/drawing/2014/main" id="{9B007B63-518B-A71E-B353-113DA38EFEE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09" y="1575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6" name="Rectangle 85">
                <a:extLst>
                  <a:ext uri="{FF2B5EF4-FFF2-40B4-BE49-F238E27FC236}">
                    <a16:creationId xmlns:a16="http://schemas.microsoft.com/office/drawing/2014/main" id="{BD7EEDEF-3F7F-9A7F-1A92-185BBFD11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sB</a:t>
                </a:r>
              </a:p>
            </p:txBody>
          </p:sp>
          <p:sp>
            <p:nvSpPr>
              <p:cNvPr id="24617" name="Rectangle 86">
                <a:extLst>
                  <a:ext uri="{FF2B5EF4-FFF2-40B4-BE49-F238E27FC236}">
                    <a16:creationId xmlns:a16="http://schemas.microsoft.com/office/drawing/2014/main" id="{160CC3C0-E21D-5CC8-6645-4985D021D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5" y="1298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24593" name="Group 87">
              <a:extLst>
                <a:ext uri="{FF2B5EF4-FFF2-40B4-BE49-F238E27FC236}">
                  <a16:creationId xmlns:a16="http://schemas.microsoft.com/office/drawing/2014/main" id="{A98D4050-6C1F-1253-19BB-DEA371400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3" y="1146"/>
              <a:ext cx="439" cy="1014"/>
              <a:chOff x="-23" y="1146"/>
              <a:chExt cx="439" cy="1014"/>
            </a:xfrm>
          </p:grpSpPr>
          <p:sp>
            <p:nvSpPr>
              <p:cNvPr id="24611" name="Arc 88">
                <a:extLst>
                  <a:ext uri="{FF2B5EF4-FFF2-40B4-BE49-F238E27FC236}">
                    <a16:creationId xmlns:a16="http://schemas.microsoft.com/office/drawing/2014/main" id="{E0C01DCA-4664-E7ED-E7F2-A02D7EAF4A0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77" y="1480"/>
                <a:ext cx="227" cy="377"/>
              </a:xfrm>
              <a:custGeom>
                <a:avLst/>
                <a:gdLst>
                  <a:gd name="T0" fmla="*/ 2 w 21600"/>
                  <a:gd name="T1" fmla="*/ 0 h 34115"/>
                  <a:gd name="T2" fmla="*/ 1 w 21600"/>
                  <a:gd name="T3" fmla="*/ 4 h 34115"/>
                  <a:gd name="T4" fmla="*/ 0 w 21600"/>
                  <a:gd name="T5" fmla="*/ 2 h 341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115" fill="none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</a:path>
                  <a:path w="21600" h="34115" stroke="0" extrusionOk="0">
                    <a:moveTo>
                      <a:pt x="15073" y="-1"/>
                    </a:moveTo>
                    <a:cubicBezTo>
                      <a:pt x="19246" y="4065"/>
                      <a:pt x="21600" y="9644"/>
                      <a:pt x="21600" y="15471"/>
                    </a:cubicBezTo>
                    <a:cubicBezTo>
                      <a:pt x="21600" y="23143"/>
                      <a:pt x="17530" y="30240"/>
                      <a:pt x="10907" y="34114"/>
                    </a:cubicBezTo>
                    <a:lnTo>
                      <a:pt x="0" y="15471"/>
                    </a:lnTo>
                    <a:lnTo>
                      <a:pt x="15073" y="-1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2" name="Rectangle 89">
                <a:extLst>
                  <a:ext uri="{FF2B5EF4-FFF2-40B4-BE49-F238E27FC236}">
                    <a16:creationId xmlns:a16="http://schemas.microsoft.com/office/drawing/2014/main" id="{184F9D17-F5A1-7150-4FB8-F5B2AFC23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" y="1146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M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4613" name="AutoShape 90">
                <a:extLst>
                  <a:ext uri="{FF2B5EF4-FFF2-40B4-BE49-F238E27FC236}">
                    <a16:creationId xmlns:a16="http://schemas.microsoft.com/office/drawing/2014/main" id="{C04290F9-A0F8-B49B-F9BA-2A4FD58A1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" y="1509"/>
                <a:ext cx="96" cy="384"/>
              </a:xfrm>
              <a:prstGeom prst="upArrow">
                <a:avLst>
                  <a:gd name="adj1" fmla="val 21426"/>
                  <a:gd name="adj2" fmla="val 14166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4" name="Rectangle 91">
                <a:extLst>
                  <a:ext uri="{FF2B5EF4-FFF2-40B4-BE49-F238E27FC236}">
                    <a16:creationId xmlns:a16="http://schemas.microsoft.com/office/drawing/2014/main" id="{B96EB340-BBCA-57CF-7712-CC71D07BD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" y="187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i="1" baseline="-25000">
                    <a:latin typeface="Times New Roman" panose="02020603050405020304" pitchFamily="18" charset="0"/>
                  </a:rPr>
                  <a:t>sA</a:t>
                </a:r>
              </a:p>
            </p:txBody>
          </p:sp>
        </p:grpSp>
        <p:sp>
          <p:nvSpPr>
            <p:cNvPr id="24594" name="AutoShape 92">
              <a:extLst>
                <a:ext uri="{FF2B5EF4-FFF2-40B4-BE49-F238E27FC236}">
                  <a16:creationId xmlns:a16="http://schemas.microsoft.com/office/drawing/2014/main" id="{E61E86FA-5DD4-51AA-D795-D2B1074896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209" y="1595"/>
              <a:ext cx="96" cy="384"/>
            </a:xfrm>
            <a:prstGeom prst="upArrow">
              <a:avLst>
                <a:gd name="adj1" fmla="val 21426"/>
                <a:gd name="adj2" fmla="val 1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4595" name="Group 93">
              <a:extLst>
                <a:ext uri="{FF2B5EF4-FFF2-40B4-BE49-F238E27FC236}">
                  <a16:creationId xmlns:a16="http://schemas.microsoft.com/office/drawing/2014/main" id="{FED128C9-7C40-3279-A75C-D4DEAE424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1145"/>
              <a:ext cx="1978" cy="669"/>
              <a:chOff x="249" y="1145"/>
              <a:chExt cx="1978" cy="669"/>
            </a:xfrm>
          </p:grpSpPr>
          <p:sp>
            <p:nvSpPr>
              <p:cNvPr id="24596" name="Rectangle 94">
                <a:extLst>
                  <a:ext uri="{FF2B5EF4-FFF2-40B4-BE49-F238E27FC236}">
                    <a16:creationId xmlns:a16="http://schemas.microsoft.com/office/drawing/2014/main" id="{F0C15F14-970C-BAF8-E79D-9352C1DBD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" y="1718"/>
                <a:ext cx="1968" cy="96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400">
                  <a:solidFill>
                    <a:srgbClr val="CC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7" name="Text Box 95">
                <a:extLst>
                  <a:ext uri="{FF2B5EF4-FFF2-40B4-BE49-F238E27FC236}">
                    <a16:creationId xmlns:a16="http://schemas.microsoft.com/office/drawing/2014/main" id="{366E584C-6C62-AEF3-F1D0-CA1F5DF219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6" y="114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24598" name="Group 96">
                <a:extLst>
                  <a:ext uri="{FF2B5EF4-FFF2-40B4-BE49-F238E27FC236}">
                    <a16:creationId xmlns:a16="http://schemas.microsoft.com/office/drawing/2014/main" id="{A9A6A76A-52D2-75A9-39E5-04A3EBBDBB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" y="1418"/>
                <a:ext cx="1974" cy="288"/>
                <a:chOff x="3402" y="1680"/>
                <a:chExt cx="1974" cy="288"/>
              </a:xfrm>
            </p:grpSpPr>
            <p:sp>
              <p:nvSpPr>
                <p:cNvPr id="24599" name="AutoShape 97">
                  <a:extLst>
                    <a:ext uri="{FF2B5EF4-FFF2-40B4-BE49-F238E27FC236}">
                      <a16:creationId xmlns:a16="http://schemas.microsoft.com/office/drawing/2014/main" id="{D77E5FE1-2B87-7C72-C8A5-86E9DD9BE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2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0" name="AutoShape 98">
                  <a:extLst>
                    <a:ext uri="{FF2B5EF4-FFF2-40B4-BE49-F238E27FC236}">
                      <a16:creationId xmlns:a16="http://schemas.microsoft.com/office/drawing/2014/main" id="{8A9CE2C6-A6C6-9B43-634E-14C2457FA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4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1" name="AutoShape 99">
                  <a:extLst>
                    <a:ext uri="{FF2B5EF4-FFF2-40B4-BE49-F238E27FC236}">
                      <a16:creationId xmlns:a16="http://schemas.microsoft.com/office/drawing/2014/main" id="{1092E2AB-AC22-223F-54B4-57027BF6D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6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2" name="AutoShape 100">
                  <a:extLst>
                    <a:ext uri="{FF2B5EF4-FFF2-40B4-BE49-F238E27FC236}">
                      <a16:creationId xmlns:a16="http://schemas.microsoft.com/office/drawing/2014/main" id="{30C8FD5D-5B1E-EAB2-1A0F-5CE16D5C7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3" name="AutoShape 101">
                  <a:extLst>
                    <a:ext uri="{FF2B5EF4-FFF2-40B4-BE49-F238E27FC236}">
                      <a16:creationId xmlns:a16="http://schemas.microsoft.com/office/drawing/2014/main" id="{2642E22F-EA70-607F-3743-43761B5B8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0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4" name="Line 102">
                  <a:extLst>
                    <a:ext uri="{FF2B5EF4-FFF2-40B4-BE49-F238E27FC236}">
                      <a16:creationId xmlns:a16="http://schemas.microsoft.com/office/drawing/2014/main" id="{5FEF7E53-5A50-9DC6-A0C2-8E6680341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2" y="1680"/>
                  <a:ext cx="1974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05" name="AutoShape 103">
                  <a:extLst>
                    <a:ext uri="{FF2B5EF4-FFF2-40B4-BE49-F238E27FC236}">
                      <a16:creationId xmlns:a16="http://schemas.microsoft.com/office/drawing/2014/main" id="{81E4AAA3-2C3E-6D35-C960-EF5D8BC663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6" name="AutoShape 104">
                  <a:extLst>
                    <a:ext uri="{FF2B5EF4-FFF2-40B4-BE49-F238E27FC236}">
                      <a16:creationId xmlns:a16="http://schemas.microsoft.com/office/drawing/2014/main" id="{F40C4B19-5F43-DBE2-5FFC-8132DF8D1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0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7" name="AutoShape 105">
                  <a:extLst>
                    <a:ext uri="{FF2B5EF4-FFF2-40B4-BE49-F238E27FC236}">
                      <a16:creationId xmlns:a16="http://schemas.microsoft.com/office/drawing/2014/main" id="{8C6786A9-525E-F1B1-C36A-620FE738FD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8" name="AutoShape 106">
                  <a:extLst>
                    <a:ext uri="{FF2B5EF4-FFF2-40B4-BE49-F238E27FC236}">
                      <a16:creationId xmlns:a16="http://schemas.microsoft.com/office/drawing/2014/main" id="{3038E6FC-A211-8957-553D-28B4BDA86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4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09" name="AutoShape 107">
                  <a:extLst>
                    <a:ext uri="{FF2B5EF4-FFF2-40B4-BE49-F238E27FC236}">
                      <a16:creationId xmlns:a16="http://schemas.microsoft.com/office/drawing/2014/main" id="{1B015BF0-E3EB-D6FD-2712-432D38402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10" name="AutoShape 108">
                  <a:extLst>
                    <a:ext uri="{FF2B5EF4-FFF2-40B4-BE49-F238E27FC236}">
                      <a16:creationId xmlns:a16="http://schemas.microsoft.com/office/drawing/2014/main" id="{C4FD62F0-1D92-EF74-7F3B-3D197B92A6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8" y="1680"/>
                  <a:ext cx="48" cy="288"/>
                </a:xfrm>
                <a:prstGeom prst="downArrow">
                  <a:avLst>
                    <a:gd name="adj1" fmla="val 50000"/>
                    <a:gd name="adj2" fmla="val 150000"/>
                  </a:avLst>
                </a:prstGeom>
                <a:solidFill>
                  <a:schemeClr val="accent2"/>
                </a:solidFill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sp>
        <p:nvSpPr>
          <p:cNvPr id="97390" name="Rectangle 110">
            <a:extLst>
              <a:ext uri="{FF2B5EF4-FFF2-40B4-BE49-F238E27FC236}">
                <a16:creationId xmlns:a16="http://schemas.microsoft.com/office/drawing/2014/main" id="{708C885F-64FF-4A4B-2168-6544B1DA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6165850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sA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=5ql/8, 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sB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=-3ql/8</a:t>
            </a:r>
            <a:r>
              <a:rPr kumimoji="1" lang="en-US" altLang="zh-CN" sz="2400" i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=-ql</a:t>
            </a:r>
            <a:r>
              <a:rPr kumimoji="1" lang="en-US" altLang="zh-CN" sz="2400" i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/8</a:t>
            </a:r>
            <a:r>
              <a:rPr kumimoji="1" lang="en-US" altLang="zh-CN"/>
              <a:t> </a:t>
            </a:r>
            <a:r>
              <a:rPr kumimoji="1" lang="en-US" altLang="zh-CN">
                <a:latin typeface="Times New Roman" panose="02020603050405020304" pitchFamily="18" charset="0"/>
              </a:rPr>
              <a:t>,</a:t>
            </a:r>
            <a:r>
              <a:rPr kumimoji="1" lang="en-US" altLang="zh-CN" sz="2400" i="1">
                <a:latin typeface="Symbol" panose="05050102010706020507" pitchFamily="18" charset="2"/>
              </a:rPr>
              <a:t>q</a:t>
            </a:r>
            <a:r>
              <a:rPr kumimoji="1" lang="en-US" altLang="zh-CN" sz="2400" i="1" baseline="-25000">
                <a:latin typeface="Times New Roman" panose="02020603050405020304" pitchFamily="18" charset="0"/>
              </a:rPr>
              <a:t>B</a:t>
            </a:r>
            <a:r>
              <a:rPr kumimoji="1" lang="en-US" altLang="zh-CN" sz="2400" i="1">
                <a:latin typeface="Times New Roman" panose="02020603050405020304" pitchFamily="18" charset="0"/>
              </a:rPr>
              <a:t>=ql</a:t>
            </a:r>
            <a:r>
              <a:rPr kumimoji="1" lang="en-US" altLang="zh-CN" sz="2400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/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48EI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97391" name="Group 111">
            <a:extLst>
              <a:ext uri="{FF2B5EF4-FFF2-40B4-BE49-F238E27FC236}">
                <a16:creationId xmlns:a16="http://schemas.microsoft.com/office/drawing/2014/main" id="{85729DAC-6073-048E-EA4C-AF0129BF2F71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2492375"/>
            <a:ext cx="4303713" cy="1819275"/>
            <a:chOff x="2728" y="1570"/>
            <a:chExt cx="2711" cy="1146"/>
          </a:xfrm>
        </p:grpSpPr>
        <p:graphicFrame>
          <p:nvGraphicFramePr>
            <p:cNvPr id="24590" name="Object 112">
              <a:extLst>
                <a:ext uri="{FF2B5EF4-FFF2-40B4-BE49-F238E27FC236}">
                  <a16:creationId xmlns:a16="http://schemas.microsoft.com/office/drawing/2014/main" id="{D0CE01D4-9A83-E923-EF2C-BEF5104C9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8" y="1570"/>
            <a:ext cx="244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24008" imgH="561954" progId="Equation.DSMT4">
                    <p:embed/>
                  </p:oleObj>
                </mc:Choice>
                <mc:Fallback>
                  <p:oleObj name="Equation" r:id="rId7" imgW="1924008" imgH="561954" progId="Equation.DSMT4">
                    <p:embed/>
                    <p:pic>
                      <p:nvPicPr>
                        <p:cNvPr id="0" name="Object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1570"/>
                          <a:ext cx="244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AutoShape 113">
              <a:hlinkClick r:id="rId9" action="ppaction://hlinksldjump" highlightClick="1"/>
              <a:extLst>
                <a:ext uri="{FF2B5EF4-FFF2-40B4-BE49-F238E27FC236}">
                  <a16:creationId xmlns:a16="http://schemas.microsoft.com/office/drawing/2014/main" id="{35CC8463-BF8C-2EE9-5AB3-33A0CB708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2523"/>
              <a:ext cx="336" cy="193"/>
            </a:xfrm>
            <a:prstGeom prst="actionButtonForwardNex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7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7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9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7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7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7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2" grpId="0" autoUpdateAnimBg="0"/>
      <p:bldP spid="97313" grpId="0" autoUpdateAnimBg="0"/>
      <p:bldP spid="97314" grpId="0" autoUpdateAnimBg="0"/>
      <p:bldP spid="97315" grpId="0"/>
      <p:bldP spid="9739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59E3823-F7C9-8920-48AC-44E6FFF44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3400" b="1"/>
              <a:t>认识对象</a:t>
            </a:r>
            <a:r>
              <a:rPr kumimoji="1" lang="en-US" altLang="zh-CN" sz="3400" b="1"/>
              <a:t>-</a:t>
            </a:r>
            <a:r>
              <a:rPr kumimoji="1" lang="zh-CN" altLang="en-US" sz="3400" b="1"/>
              <a:t>平面直梁</a:t>
            </a:r>
            <a:r>
              <a:rPr kumimoji="1" lang="en-US" altLang="zh-CN" sz="3400" i="1"/>
              <a:t>Beam</a:t>
            </a:r>
          </a:p>
        </p:txBody>
      </p:sp>
      <p:graphicFrame>
        <p:nvGraphicFramePr>
          <p:cNvPr id="93195" name="Object 11">
            <a:extLst>
              <a:ext uri="{FF2B5EF4-FFF2-40B4-BE49-F238E27FC236}">
                <a16:creationId xmlns:a16="http://schemas.microsoft.com/office/drawing/2014/main" id="{3CA63024-4E07-800B-056F-35C0EC7F76B7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6659563" y="4724400"/>
          <a:ext cx="154781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2468" imgH="438180" progId="Equation.DSMT4">
                  <p:embed/>
                </p:oleObj>
              </mc:Choice>
              <mc:Fallback>
                <p:oleObj name="Equation" r:id="rId2" imgW="752468" imgH="4381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724400"/>
                        <a:ext cx="154781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9" name="Text Box 5">
            <a:extLst>
              <a:ext uri="{FF2B5EF4-FFF2-40B4-BE49-F238E27FC236}">
                <a16:creationId xmlns:a16="http://schemas.microsoft.com/office/drawing/2014/main" id="{ACE9640B-4E13-0BBB-EBDB-EC7A9EEC4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836613"/>
            <a:ext cx="4032250" cy="193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Beam{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sL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左端剪力和弯矩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s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右端剪力和弯矩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i="1">
                <a:latin typeface="Symbol" panose="05050102010706020507" pitchFamily="18" charset="2"/>
              </a:rPr>
              <a:t>q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左端截面转角和挠度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i="1">
                <a:latin typeface="Symbol" panose="05050102010706020507" pitchFamily="18" charset="2"/>
              </a:rPr>
              <a:t>q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右端截面转角和挠度</a:t>
            </a: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93190" name="Text Box 6">
            <a:extLst>
              <a:ext uri="{FF2B5EF4-FFF2-40B4-BE49-F238E27FC236}">
                <a16:creationId xmlns:a16="http://schemas.microsoft.com/office/drawing/2014/main" id="{8B4A7F2B-7077-BD10-56D2-AD1D9E051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4103687" cy="19304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Beam{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EI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梁的弯曲刚度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梁的长度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梁上分布的力或力偶矩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 i="1">
                <a:latin typeface="Times New Roman" panose="02020603050405020304" pitchFamily="18" charset="0"/>
              </a:rPr>
              <a:t>type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梁端部支座约束</a:t>
            </a: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93199" name="Group 15">
            <a:extLst>
              <a:ext uri="{FF2B5EF4-FFF2-40B4-BE49-F238E27FC236}">
                <a16:creationId xmlns:a16="http://schemas.microsoft.com/office/drawing/2014/main" id="{2ADBF1F8-83CE-1916-B22B-9073CF5CD4E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014663"/>
            <a:ext cx="8353425" cy="414337"/>
            <a:chOff x="249" y="1899"/>
            <a:chExt cx="5262" cy="261"/>
          </a:xfrm>
        </p:grpSpPr>
        <p:sp>
          <p:nvSpPr>
            <p:cNvPr id="25609" name="Rectangle 7">
              <a:extLst>
                <a:ext uri="{FF2B5EF4-FFF2-40B4-BE49-F238E27FC236}">
                  <a16:creationId xmlns:a16="http://schemas.microsoft.com/office/drawing/2014/main" id="{271709A5-E7C0-DFB7-2BA8-537C49BE0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899"/>
              <a:ext cx="1542" cy="261"/>
            </a:xfrm>
            <a:prstGeom prst="rect">
              <a:avLst/>
            </a:prstGeom>
            <a:solidFill>
              <a:srgbClr val="800000"/>
            </a:solidFill>
            <a:ln w="12700" cap="sq" algn="ctr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变形几何关系</a:t>
              </a:r>
            </a:p>
          </p:txBody>
        </p:sp>
        <p:sp>
          <p:nvSpPr>
            <p:cNvPr id="25610" name="Rectangle 8">
              <a:extLst>
                <a:ext uri="{FF2B5EF4-FFF2-40B4-BE49-F238E27FC236}">
                  <a16:creationId xmlns:a16="http://schemas.microsoft.com/office/drawing/2014/main" id="{EEE4AF09-D601-AEF1-3B7E-D405C31F6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899"/>
              <a:ext cx="2085" cy="261"/>
            </a:xfrm>
            <a:prstGeom prst="rect">
              <a:avLst/>
            </a:prstGeom>
            <a:solidFill>
              <a:srgbClr val="800000"/>
            </a:solidFill>
            <a:ln w="12700" cap="sq" algn="ctr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力与变形间的物理关系</a:t>
              </a:r>
            </a:p>
          </p:txBody>
        </p:sp>
        <p:sp>
          <p:nvSpPr>
            <p:cNvPr id="25611" name="Rectangle 9">
              <a:extLst>
                <a:ext uri="{FF2B5EF4-FFF2-40B4-BE49-F238E27FC236}">
                  <a16:creationId xmlns:a16="http://schemas.microsoft.com/office/drawing/2014/main" id="{769E783C-AA48-D01E-2701-E6F35A8F6AE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9" y="1899"/>
              <a:ext cx="1407" cy="261"/>
            </a:xfrm>
            <a:prstGeom prst="rect">
              <a:avLst/>
            </a:prstGeom>
            <a:solidFill>
              <a:srgbClr val="800000"/>
            </a:solidFill>
            <a:ln w="12700" cap="sq">
              <a:solidFill>
                <a:srgbClr val="FFFF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2400" b="1">
                  <a:solidFill>
                    <a:schemeClr val="bg1"/>
                  </a:solidFill>
                  <a:latin typeface="Garamond" panose="02020404030301010803" pitchFamily="18" charset="0"/>
                </a:rPr>
                <a:t>物体的平衡条件</a:t>
              </a:r>
            </a:p>
          </p:txBody>
        </p:sp>
      </p:grpSp>
      <p:sp>
        <p:nvSpPr>
          <p:cNvPr id="93194" name="Text Box 10">
            <a:extLst>
              <a:ext uri="{FF2B5EF4-FFF2-40B4-BE49-F238E27FC236}">
                <a16:creationId xmlns:a16="http://schemas.microsoft.com/office/drawing/2014/main" id="{623BA862-85F1-A868-B4C8-2782A25B8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573463"/>
            <a:ext cx="5759450" cy="2295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Beam{</a:t>
            </a:r>
          </a:p>
          <a:p>
            <a:pPr eaLnBrk="1" hangingPunct="1"/>
            <a:r>
              <a:rPr lang="en-US" altLang="zh-CN" sz="2400" i="1">
                <a:latin typeface="Symbol" panose="05050102010706020507" pitchFamily="18" charset="2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)-</a:t>
            </a:r>
            <a:r>
              <a:rPr lang="zh-CN" altLang="en-US" sz="2400">
                <a:latin typeface="Times New Roman" panose="02020603050405020304" pitchFamily="18" charset="0"/>
              </a:rPr>
              <a:t>梁横截面上一点的正应力</a:t>
            </a:r>
            <a:r>
              <a:rPr lang="en-US" altLang="zh-CN"/>
              <a:t>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i="1">
                <a:latin typeface="Symbol" panose="05050102010706020507" pitchFamily="18" charset="2"/>
              </a:rPr>
              <a:t>s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max</a:t>
            </a:r>
            <a:r>
              <a:rPr lang="en-US" altLang="zh-CN"/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梁上的最大正应力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>
                <a:latin typeface="Symbol" panose="05050102010706020507" pitchFamily="18" charset="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)-</a:t>
            </a:r>
            <a:r>
              <a:rPr lang="zh-CN" altLang="en-US" sz="2400">
                <a:latin typeface="Times New Roman" panose="02020603050405020304" pitchFamily="18" charset="0"/>
              </a:rPr>
              <a:t>梁横截面上一点的切应力</a:t>
            </a:r>
            <a:r>
              <a:rPr lang="en-US" altLang="zh-CN"/>
              <a:t>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>
                <a:latin typeface="Symbol" panose="05050102010706020507" pitchFamily="18" charset="2"/>
              </a:rPr>
              <a:t>t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max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梁上的最大切应力</a:t>
            </a:r>
            <a:r>
              <a:rPr lang="en-US" altLang="zh-CN"/>
              <a:t>;</a:t>
            </a:r>
          </a:p>
          <a:p>
            <a:pPr eaLnBrk="1" hangingPunct="1"/>
            <a:r>
              <a:rPr lang="en-US" altLang="zh-CN" sz="2400" i="1">
                <a:latin typeface="Symbol" panose="05050102010706020507" pitchFamily="18" charset="2"/>
              </a:rPr>
              <a:t>q</a:t>
            </a:r>
            <a:r>
              <a:rPr lang="en-US" altLang="zh-CN" sz="2400" baseline="-25000">
                <a:latin typeface="Times New Roman" panose="02020603050405020304" pitchFamily="18" charset="0"/>
              </a:rPr>
              <a:t>max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max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梁上的最大截面转角和挠度</a:t>
            </a: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</p:txBody>
      </p:sp>
      <p:graphicFrame>
        <p:nvGraphicFramePr>
          <p:cNvPr id="93197" name="Object 13">
            <a:extLst>
              <a:ext uri="{FF2B5EF4-FFF2-40B4-BE49-F238E27FC236}">
                <a16:creationId xmlns:a16="http://schemas.microsoft.com/office/drawing/2014/main" id="{6CBF663E-5531-E3DB-5F6B-0D081950EEC5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6732588" y="3644900"/>
          <a:ext cx="127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9132" imgH="428671" progId="Equation.3">
                  <p:embed/>
                </p:oleObj>
              </mc:Choice>
              <mc:Fallback>
                <p:oleObj name="公式" r:id="rId4" imgW="619132" imgH="42867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644900"/>
                        <a:ext cx="1270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33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9319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9319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animBg="1"/>
      <p:bldP spid="93190" grpId="0" animBg="1"/>
      <p:bldP spid="931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0DA005D-0849-A4BF-108C-2C61426761B3}"/>
              </a:ext>
            </a:extLst>
          </p:cNvPr>
          <p:cNvSpPr>
            <a:spLocks noChangeArrowheads="1"/>
          </p:cNvSpPr>
          <p:nvPr>
            <p:ph type="ctrTitle" idx="4294967295"/>
          </p:nvPr>
        </p:nvSpPr>
        <p:spPr>
          <a:xfrm>
            <a:off x="179388" y="981075"/>
            <a:ext cx="2305050" cy="6508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 章 重 点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4BB02E0-5DF1-10D4-F66A-36C03AABA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892300"/>
            <a:ext cx="70659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latin typeface="宋体" panose="02010600030101010101" pitchFamily="2" charset="-122"/>
              </a:rPr>
              <a:t>内力分析</a:t>
            </a:r>
            <a:r>
              <a:rPr kumimoji="1" lang="en-US" altLang="zh-CN" sz="2800" b="1">
                <a:latin typeface="宋体" panose="02010600030101010101" pitchFamily="2" charset="-122"/>
              </a:rPr>
              <a:t>-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作剪力图和弯矩图；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B02FC35F-9A4B-CC90-99C1-F30E9154D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2522538"/>
            <a:ext cx="70659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梁的强度计算；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B6D07B70-DBF1-8339-E6B9-8AD081FB2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" y="3152775"/>
            <a:ext cx="70659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梁的刚度计算；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516EF414-D5C9-55CC-E2FC-230CD99D0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3775075"/>
            <a:ext cx="70659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latin typeface="宋体" panose="02010600030101010101" pitchFamily="2" charset="-122"/>
              </a:rPr>
              <a:t>平面直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梁的一般解法。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 autoUpdateAnimBg="0"/>
      <p:bldP spid="57347" grpId="0" autoUpdateAnimBg="0"/>
      <p:bldP spid="57349" grpId="0" autoUpdateAnimBg="0"/>
      <p:bldP spid="57350" grpId="0" autoUpdateAnimBg="0"/>
      <p:bldP spid="573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8840C245-E62D-5972-0479-6D5B9D98A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52500"/>
            <a:ext cx="6624091" cy="1323439"/>
          </a:xfrm>
          <a:prstGeom prst="rect">
            <a:avLst/>
          </a:prstGeom>
          <a:solidFill>
            <a:srgbClr val="FF00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</a:rPr>
              <a:t>思考题：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5-3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</a:rPr>
              <a:t>第二次习题：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5-8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5-9*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5-13</a:t>
            </a: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BDD89193-93D2-16C2-00B6-9739F5045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0938"/>
            <a:ext cx="8064500" cy="1323975"/>
          </a:xfrm>
          <a:prstGeom prst="rect">
            <a:avLst/>
          </a:prstGeom>
          <a:solidFill>
            <a:srgbClr val="3505E7"/>
          </a:solidFill>
          <a:ln w="12700" cap="sq">
            <a:solidFill>
              <a:srgbClr val="F9EC9D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8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7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请专家名师指正！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12DC7BB0-B7E9-3AF7-BB04-83A940F9D3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7495" y="151420"/>
            <a:ext cx="8064499" cy="659036"/>
          </a:xfrm>
        </p:spPr>
        <p:txBody>
          <a:bodyPr/>
          <a:lstStyle/>
          <a:p>
            <a:pPr eaLnBrk="1" hangingPunct="1"/>
            <a:r>
              <a:rPr lang="zh-CN" altLang="en-US" dirty="0"/>
              <a:t>再见！</a:t>
            </a:r>
            <a:endParaRPr lang="zh-CN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B97E3280-E68E-E7C4-1764-51621DAA9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14" y="4216475"/>
            <a:ext cx="6624091" cy="1323439"/>
          </a:xfrm>
          <a:prstGeom prst="rect">
            <a:avLst/>
          </a:prstGeom>
          <a:solidFill>
            <a:srgbClr val="FF00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</a:rPr>
              <a:t>思考题：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5-1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</a:rPr>
              <a:t>第一次习题：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5-1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5-2(c)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5-3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AA799B6-4B92-28DA-7902-9521068EA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22600" y="188913"/>
            <a:ext cx="3925888" cy="503237"/>
          </a:xfrm>
        </p:spPr>
        <p:txBody>
          <a:bodyPr/>
          <a:lstStyle/>
          <a:p>
            <a:pPr eaLnBrk="1" hangingPunct="1"/>
            <a:r>
              <a:rPr lang="zh-CN" altLang="en-US" sz="2800"/>
              <a:t>例题</a:t>
            </a:r>
            <a:r>
              <a:rPr lang="en-US" altLang="zh-CN" sz="2800"/>
              <a:t>4~7</a:t>
            </a:r>
            <a:r>
              <a:rPr lang="zh-CN" altLang="en-US" sz="2800"/>
              <a:t>的部分推导</a:t>
            </a:r>
          </a:p>
        </p:txBody>
      </p:sp>
      <p:graphicFrame>
        <p:nvGraphicFramePr>
          <p:cNvPr id="28675" name="Object 4">
            <a:extLst>
              <a:ext uri="{FF2B5EF4-FFF2-40B4-BE49-F238E27FC236}">
                <a16:creationId xmlns:a16="http://schemas.microsoft.com/office/drawing/2014/main" id="{B2B75EC6-DF51-A5F8-AF69-68C494100FE3}"/>
              </a:ext>
            </a:extLst>
          </p:cNvPr>
          <p:cNvGraphicFramePr>
            <a:graphicFrameLocks noChangeAspect="1"/>
          </p:cNvGraphicFramePr>
          <p:nvPr>
            <p:ph idx="4294967295"/>
          </p:nvPr>
        </p:nvGraphicFramePr>
        <p:xfrm>
          <a:off x="501650" y="590550"/>
          <a:ext cx="8178800" cy="618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065226" imgH="4584935" progId="Word.Document.8">
                  <p:embed/>
                </p:oleObj>
              </mc:Choice>
              <mc:Fallback>
                <p:oleObj name="文档" r:id="rId2" imgW="6065226" imgH="458493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590550"/>
                        <a:ext cx="8178800" cy="618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AutoShape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DB5848C-B32E-7697-1A45-CAEA4669A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2565400"/>
            <a:ext cx="533400" cy="304800"/>
          </a:xfrm>
          <a:prstGeom prst="actionButtonBackPrevious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7" name="AutoShape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D7F2714-D4B4-6A6D-7416-14B34B71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5876925"/>
            <a:ext cx="533400" cy="304800"/>
          </a:xfrm>
          <a:prstGeom prst="actionButtonBackPrevious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79ED7A60-09EB-B628-F04E-A5DB9E2B1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651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截面几何性质的计算</a:t>
            </a:r>
          </a:p>
        </p:txBody>
      </p:sp>
      <p:sp>
        <p:nvSpPr>
          <p:cNvPr id="29699" name="Line 4">
            <a:extLst>
              <a:ext uri="{FF2B5EF4-FFF2-40B4-BE49-F238E27FC236}">
                <a16:creationId xmlns:a16="http://schemas.microsoft.com/office/drawing/2014/main" id="{AED68D1F-EBDA-CBC1-8850-077DA4EF35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7288" y="1146175"/>
            <a:ext cx="0" cy="20748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0" name="Line 5">
            <a:extLst>
              <a:ext uri="{FF2B5EF4-FFF2-40B4-BE49-F238E27FC236}">
                <a16:creationId xmlns:a16="http://schemas.microsoft.com/office/drawing/2014/main" id="{B0FF3F8C-8CF9-B1B0-027E-CF253968C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7288" y="3194050"/>
            <a:ext cx="1828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1" name="Freeform 6">
            <a:extLst>
              <a:ext uri="{FF2B5EF4-FFF2-40B4-BE49-F238E27FC236}">
                <a16:creationId xmlns:a16="http://schemas.microsoft.com/office/drawing/2014/main" id="{07EBA286-3F26-34F8-9448-55031CBC969B}"/>
              </a:ext>
            </a:extLst>
          </p:cNvPr>
          <p:cNvSpPr>
            <a:spLocks/>
          </p:cNvSpPr>
          <p:nvPr/>
        </p:nvSpPr>
        <p:spPr bwMode="auto">
          <a:xfrm>
            <a:off x="6753225" y="1582738"/>
            <a:ext cx="1012825" cy="1303337"/>
          </a:xfrm>
          <a:custGeom>
            <a:avLst/>
            <a:gdLst>
              <a:gd name="T0" fmla="*/ 176410938 w 638"/>
              <a:gd name="T1" fmla="*/ 1474290047 h 821"/>
              <a:gd name="T2" fmla="*/ 5040313 w 638"/>
              <a:gd name="T3" fmla="*/ 824089984 h 821"/>
              <a:gd name="T4" fmla="*/ 264617200 w 638"/>
              <a:gd name="T5" fmla="*/ 476308555 h 821"/>
              <a:gd name="T6" fmla="*/ 435987825 w 638"/>
              <a:gd name="T7" fmla="*/ 304937996 h 821"/>
              <a:gd name="T8" fmla="*/ 524192500 w 638"/>
              <a:gd name="T9" fmla="*/ 259575200 h 821"/>
              <a:gd name="T10" fmla="*/ 698084075 w 638"/>
              <a:gd name="T11" fmla="*/ 88204641 h 821"/>
              <a:gd name="T12" fmla="*/ 914817513 w 638"/>
              <a:gd name="T13" fmla="*/ 0 h 821"/>
              <a:gd name="T14" fmla="*/ 1348284388 w 638"/>
              <a:gd name="T15" fmla="*/ 131048075 h 821"/>
              <a:gd name="T16" fmla="*/ 1519655013 w 638"/>
              <a:gd name="T17" fmla="*/ 476308555 h 821"/>
              <a:gd name="T18" fmla="*/ 1565017825 w 638"/>
              <a:gd name="T19" fmla="*/ 564514783 h 821"/>
              <a:gd name="T20" fmla="*/ 1607859688 w 638"/>
              <a:gd name="T21" fmla="*/ 650200063 h 821"/>
              <a:gd name="T22" fmla="*/ 1565017825 w 638"/>
              <a:gd name="T23" fmla="*/ 1169352051 h 821"/>
              <a:gd name="T24" fmla="*/ 1302921575 w 638"/>
              <a:gd name="T25" fmla="*/ 1602818760 h 821"/>
              <a:gd name="T26" fmla="*/ 1086188138 w 638"/>
              <a:gd name="T27" fmla="*/ 1819552114 h 821"/>
              <a:gd name="T28" fmla="*/ 957659375 w 638"/>
              <a:gd name="T29" fmla="*/ 1950600189 h 821"/>
              <a:gd name="T30" fmla="*/ 176410938 w 638"/>
              <a:gd name="T31" fmla="*/ 1602818760 h 821"/>
              <a:gd name="T32" fmla="*/ 176410938 w 638"/>
              <a:gd name="T33" fmla="*/ 1474290047 h 8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8" h="821">
                <a:moveTo>
                  <a:pt x="70" y="585"/>
                </a:moveTo>
                <a:cubicBezTo>
                  <a:pt x="51" y="487"/>
                  <a:pt x="45" y="412"/>
                  <a:pt x="2" y="327"/>
                </a:cubicBezTo>
                <a:cubicBezTo>
                  <a:pt x="23" y="198"/>
                  <a:pt x="0" y="225"/>
                  <a:pt x="105" y="189"/>
                </a:cubicBezTo>
                <a:cubicBezTo>
                  <a:pt x="128" y="166"/>
                  <a:pt x="144" y="136"/>
                  <a:pt x="173" y="121"/>
                </a:cubicBezTo>
                <a:cubicBezTo>
                  <a:pt x="185" y="115"/>
                  <a:pt x="198" y="111"/>
                  <a:pt x="208" y="103"/>
                </a:cubicBezTo>
                <a:cubicBezTo>
                  <a:pt x="233" y="82"/>
                  <a:pt x="247" y="46"/>
                  <a:pt x="277" y="35"/>
                </a:cubicBezTo>
                <a:cubicBezTo>
                  <a:pt x="340" y="13"/>
                  <a:pt x="312" y="25"/>
                  <a:pt x="363" y="0"/>
                </a:cubicBezTo>
                <a:cubicBezTo>
                  <a:pt x="427" y="13"/>
                  <a:pt x="477" y="24"/>
                  <a:pt x="535" y="52"/>
                </a:cubicBezTo>
                <a:cubicBezTo>
                  <a:pt x="558" y="98"/>
                  <a:pt x="580" y="144"/>
                  <a:pt x="603" y="189"/>
                </a:cubicBezTo>
                <a:cubicBezTo>
                  <a:pt x="609" y="201"/>
                  <a:pt x="615" y="212"/>
                  <a:pt x="621" y="224"/>
                </a:cubicBezTo>
                <a:cubicBezTo>
                  <a:pt x="627" y="235"/>
                  <a:pt x="638" y="258"/>
                  <a:pt x="638" y="258"/>
                </a:cubicBezTo>
                <a:cubicBezTo>
                  <a:pt x="632" y="327"/>
                  <a:pt x="630" y="396"/>
                  <a:pt x="621" y="464"/>
                </a:cubicBezTo>
                <a:cubicBezTo>
                  <a:pt x="613" y="519"/>
                  <a:pt x="552" y="592"/>
                  <a:pt x="517" y="636"/>
                </a:cubicBezTo>
                <a:cubicBezTo>
                  <a:pt x="503" y="653"/>
                  <a:pt x="451" y="702"/>
                  <a:pt x="431" y="722"/>
                </a:cubicBezTo>
                <a:cubicBezTo>
                  <a:pt x="414" y="739"/>
                  <a:pt x="380" y="774"/>
                  <a:pt x="380" y="774"/>
                </a:cubicBezTo>
                <a:cubicBezTo>
                  <a:pt x="132" y="756"/>
                  <a:pt x="132" y="821"/>
                  <a:pt x="70" y="636"/>
                </a:cubicBezTo>
                <a:cubicBezTo>
                  <a:pt x="65" y="620"/>
                  <a:pt x="70" y="602"/>
                  <a:pt x="70" y="585"/>
                </a:cubicBezTo>
                <a:close/>
              </a:path>
            </a:pathLst>
          </a:cu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2" name="Rectangle 7">
            <a:extLst>
              <a:ext uri="{FF2B5EF4-FFF2-40B4-BE49-F238E27FC236}">
                <a16:creationId xmlns:a16="http://schemas.microsoft.com/office/drawing/2014/main" id="{641690E4-4DA1-8A92-B41E-4FEFF4EE1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9464" name="Group 8">
            <a:extLst>
              <a:ext uri="{FF2B5EF4-FFF2-40B4-BE49-F238E27FC236}">
                <a16:creationId xmlns:a16="http://schemas.microsoft.com/office/drawing/2014/main" id="{64273059-C0F8-CAA3-C28F-3004A597335A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922338"/>
            <a:ext cx="2673350" cy="736600"/>
            <a:chOff x="105" y="581"/>
            <a:chExt cx="1684" cy="464"/>
          </a:xfrm>
        </p:grpSpPr>
        <p:graphicFrame>
          <p:nvGraphicFramePr>
            <p:cNvPr id="29733" name="Object 9">
              <a:extLst>
                <a:ext uri="{FF2B5EF4-FFF2-40B4-BE49-F238E27FC236}">
                  <a16:creationId xmlns:a16="http://schemas.microsoft.com/office/drawing/2014/main" id="{B082A2C9-13C0-0ED3-68A1-1A9856906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2" y="581"/>
            <a:ext cx="707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2877" imgH="352446" progId="Equation.3">
                    <p:embed/>
                  </p:oleObj>
                </mc:Choice>
                <mc:Fallback>
                  <p:oleObj name="Equation" r:id="rId2" imgW="542877" imgH="35244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2" y="581"/>
                          <a:ext cx="707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4" name="Text Box 10">
              <a:extLst>
                <a:ext uri="{FF2B5EF4-FFF2-40B4-BE49-F238E27FC236}">
                  <a16:creationId xmlns:a16="http://schemas.microsoft.com/office/drawing/2014/main" id="{69E1FF2E-3FBA-2241-38DA-347C92EFF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" y="602"/>
              <a:ext cx="7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面积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19467" name="Group 11">
            <a:extLst>
              <a:ext uri="{FF2B5EF4-FFF2-40B4-BE49-F238E27FC236}">
                <a16:creationId xmlns:a16="http://schemas.microsoft.com/office/drawing/2014/main" id="{6C4D601E-9142-61CD-7DC9-8775AD60B120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800225"/>
            <a:ext cx="4203700" cy="755650"/>
            <a:chOff x="112" y="1134"/>
            <a:chExt cx="2648" cy="476"/>
          </a:xfrm>
        </p:grpSpPr>
        <p:graphicFrame>
          <p:nvGraphicFramePr>
            <p:cNvPr id="29731" name="Object 12">
              <a:extLst>
                <a:ext uri="{FF2B5EF4-FFF2-40B4-BE49-F238E27FC236}">
                  <a16:creationId xmlns:a16="http://schemas.microsoft.com/office/drawing/2014/main" id="{D99E4A18-3944-5AC2-E7CA-B5DD30CDF5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5" y="1146"/>
            <a:ext cx="1735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52536" imgH="352446" progId="Equation.3">
                    <p:embed/>
                  </p:oleObj>
                </mc:Choice>
                <mc:Fallback>
                  <p:oleObj name="Equation" r:id="rId4" imgW="1352536" imgH="35244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5" y="1146"/>
                          <a:ext cx="1735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2" name="Text Box 13">
              <a:extLst>
                <a:ext uri="{FF2B5EF4-FFF2-40B4-BE49-F238E27FC236}">
                  <a16:creationId xmlns:a16="http://schemas.microsoft.com/office/drawing/2014/main" id="{5ABD1932-F8E1-84D3-DE96-09E822CCC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1134"/>
              <a:ext cx="9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一次矩</a:t>
              </a:r>
            </a:p>
          </p:txBody>
        </p:sp>
      </p:grpSp>
      <p:sp>
        <p:nvSpPr>
          <p:cNvPr id="29705" name="Text Box 14">
            <a:extLst>
              <a:ext uri="{FF2B5EF4-FFF2-40B4-BE49-F238E27FC236}">
                <a16:creationId xmlns:a16="http://schemas.microsoft.com/office/drawing/2014/main" id="{7CD978DB-29CE-B01E-A17B-D74551B5D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3863" y="2967038"/>
            <a:ext cx="422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9706" name="Text Box 15">
            <a:extLst>
              <a:ext uri="{FF2B5EF4-FFF2-40B4-BE49-F238E27FC236}">
                <a16:creationId xmlns:a16="http://schemas.microsoft.com/office/drawing/2014/main" id="{3528C2A4-2AAA-1DE6-F5EF-907DBC502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175" y="857250"/>
            <a:ext cx="422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9707" name="Text Box 16">
            <a:extLst>
              <a:ext uri="{FF2B5EF4-FFF2-40B4-BE49-F238E27FC236}">
                <a16:creationId xmlns:a16="http://schemas.microsoft.com/office/drawing/2014/main" id="{BF3F6224-673B-7BD4-E205-0DAB9FDE7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148013"/>
            <a:ext cx="423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O</a:t>
            </a:r>
          </a:p>
        </p:txBody>
      </p:sp>
      <p:graphicFrame>
        <p:nvGraphicFramePr>
          <p:cNvPr id="19473" name="Object 17">
            <a:extLst>
              <a:ext uri="{FF2B5EF4-FFF2-40B4-BE49-F238E27FC236}">
                <a16:creationId xmlns:a16="http://schemas.microsoft.com/office/drawing/2014/main" id="{C3C58AEA-F1A1-9501-14D8-95A5238A6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8450" y="3448050"/>
          <a:ext cx="14525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04808" imgH="219017" progId="Equation.3">
                  <p:embed/>
                </p:oleObj>
              </mc:Choice>
              <mc:Fallback>
                <p:oleObj name="Equation" r:id="rId6" imgW="704808" imgH="21901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3448050"/>
                        <a:ext cx="14525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Line 18">
            <a:extLst>
              <a:ext uri="{FF2B5EF4-FFF2-40B4-BE49-F238E27FC236}">
                <a16:creationId xmlns:a16="http://schemas.microsoft.com/office/drawing/2014/main" id="{B7B1F96D-D7C2-561B-8428-D06256CE6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879850"/>
            <a:ext cx="9144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10" name="Text Box 19">
            <a:extLst>
              <a:ext uri="{FF2B5EF4-FFF2-40B4-BE49-F238E27FC236}">
                <a16:creationId xmlns:a16="http://schemas.microsoft.com/office/drawing/2014/main" id="{AC1100B5-2FBA-0DE1-CF2D-6EA7E87AB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350" y="18573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grpSp>
        <p:nvGrpSpPr>
          <p:cNvPr id="19476" name="Group 20">
            <a:extLst>
              <a:ext uri="{FF2B5EF4-FFF2-40B4-BE49-F238E27FC236}">
                <a16:creationId xmlns:a16="http://schemas.microsoft.com/office/drawing/2014/main" id="{5E3C0503-153A-0322-7785-6AB0F6C90379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3967163"/>
            <a:ext cx="2489200" cy="2687637"/>
            <a:chOff x="3798" y="2499"/>
            <a:chExt cx="1568" cy="1693"/>
          </a:xfrm>
        </p:grpSpPr>
        <p:sp>
          <p:nvSpPr>
            <p:cNvPr id="29718" name="Line 21">
              <a:extLst>
                <a:ext uri="{FF2B5EF4-FFF2-40B4-BE49-F238E27FC236}">
                  <a16:creationId xmlns:a16="http://schemas.microsoft.com/office/drawing/2014/main" id="{487B0039-4563-66DB-9C3A-579400988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2" y="2681"/>
              <a:ext cx="0" cy="130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9" name="Line 22">
              <a:extLst>
                <a:ext uri="{FF2B5EF4-FFF2-40B4-BE49-F238E27FC236}">
                  <a16:creationId xmlns:a16="http://schemas.microsoft.com/office/drawing/2014/main" id="{10059E2A-CF14-2920-BB36-6C1365027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" y="3971"/>
              <a:ext cx="115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0" name="Freeform 23">
              <a:extLst>
                <a:ext uri="{FF2B5EF4-FFF2-40B4-BE49-F238E27FC236}">
                  <a16:creationId xmlns:a16="http://schemas.microsoft.com/office/drawing/2014/main" id="{039781E6-81D8-81D4-0943-6F1BE9FAC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956"/>
              <a:ext cx="638" cy="821"/>
            </a:xfrm>
            <a:custGeom>
              <a:avLst/>
              <a:gdLst>
                <a:gd name="T0" fmla="*/ 70 w 638"/>
                <a:gd name="T1" fmla="*/ 585 h 821"/>
                <a:gd name="T2" fmla="*/ 2 w 638"/>
                <a:gd name="T3" fmla="*/ 327 h 821"/>
                <a:gd name="T4" fmla="*/ 105 w 638"/>
                <a:gd name="T5" fmla="*/ 189 h 821"/>
                <a:gd name="T6" fmla="*/ 173 w 638"/>
                <a:gd name="T7" fmla="*/ 121 h 821"/>
                <a:gd name="T8" fmla="*/ 208 w 638"/>
                <a:gd name="T9" fmla="*/ 103 h 821"/>
                <a:gd name="T10" fmla="*/ 277 w 638"/>
                <a:gd name="T11" fmla="*/ 35 h 821"/>
                <a:gd name="T12" fmla="*/ 363 w 638"/>
                <a:gd name="T13" fmla="*/ 0 h 821"/>
                <a:gd name="T14" fmla="*/ 535 w 638"/>
                <a:gd name="T15" fmla="*/ 52 h 821"/>
                <a:gd name="T16" fmla="*/ 603 w 638"/>
                <a:gd name="T17" fmla="*/ 189 h 821"/>
                <a:gd name="T18" fmla="*/ 621 w 638"/>
                <a:gd name="T19" fmla="*/ 224 h 821"/>
                <a:gd name="T20" fmla="*/ 638 w 638"/>
                <a:gd name="T21" fmla="*/ 258 h 821"/>
                <a:gd name="T22" fmla="*/ 621 w 638"/>
                <a:gd name="T23" fmla="*/ 464 h 821"/>
                <a:gd name="T24" fmla="*/ 517 w 638"/>
                <a:gd name="T25" fmla="*/ 636 h 821"/>
                <a:gd name="T26" fmla="*/ 431 w 638"/>
                <a:gd name="T27" fmla="*/ 722 h 821"/>
                <a:gd name="T28" fmla="*/ 380 w 638"/>
                <a:gd name="T29" fmla="*/ 774 h 821"/>
                <a:gd name="T30" fmla="*/ 70 w 638"/>
                <a:gd name="T31" fmla="*/ 636 h 821"/>
                <a:gd name="T32" fmla="*/ 70 w 638"/>
                <a:gd name="T33" fmla="*/ 585 h 8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8" h="821">
                  <a:moveTo>
                    <a:pt x="70" y="585"/>
                  </a:moveTo>
                  <a:cubicBezTo>
                    <a:pt x="51" y="487"/>
                    <a:pt x="45" y="412"/>
                    <a:pt x="2" y="327"/>
                  </a:cubicBezTo>
                  <a:cubicBezTo>
                    <a:pt x="23" y="198"/>
                    <a:pt x="0" y="225"/>
                    <a:pt x="105" y="189"/>
                  </a:cubicBezTo>
                  <a:cubicBezTo>
                    <a:pt x="128" y="166"/>
                    <a:pt x="144" y="136"/>
                    <a:pt x="173" y="121"/>
                  </a:cubicBezTo>
                  <a:cubicBezTo>
                    <a:pt x="185" y="115"/>
                    <a:pt x="198" y="111"/>
                    <a:pt x="208" y="103"/>
                  </a:cubicBezTo>
                  <a:cubicBezTo>
                    <a:pt x="233" y="82"/>
                    <a:pt x="247" y="46"/>
                    <a:pt x="277" y="35"/>
                  </a:cubicBezTo>
                  <a:cubicBezTo>
                    <a:pt x="340" y="13"/>
                    <a:pt x="312" y="25"/>
                    <a:pt x="363" y="0"/>
                  </a:cubicBezTo>
                  <a:cubicBezTo>
                    <a:pt x="427" y="13"/>
                    <a:pt x="477" y="24"/>
                    <a:pt x="535" y="52"/>
                  </a:cubicBezTo>
                  <a:cubicBezTo>
                    <a:pt x="558" y="98"/>
                    <a:pt x="580" y="144"/>
                    <a:pt x="603" y="189"/>
                  </a:cubicBezTo>
                  <a:cubicBezTo>
                    <a:pt x="609" y="201"/>
                    <a:pt x="615" y="212"/>
                    <a:pt x="621" y="224"/>
                  </a:cubicBezTo>
                  <a:cubicBezTo>
                    <a:pt x="627" y="235"/>
                    <a:pt x="638" y="258"/>
                    <a:pt x="638" y="258"/>
                  </a:cubicBezTo>
                  <a:cubicBezTo>
                    <a:pt x="632" y="327"/>
                    <a:pt x="630" y="396"/>
                    <a:pt x="621" y="464"/>
                  </a:cubicBezTo>
                  <a:cubicBezTo>
                    <a:pt x="613" y="519"/>
                    <a:pt x="552" y="592"/>
                    <a:pt x="517" y="636"/>
                  </a:cubicBezTo>
                  <a:cubicBezTo>
                    <a:pt x="503" y="653"/>
                    <a:pt x="451" y="702"/>
                    <a:pt x="431" y="722"/>
                  </a:cubicBezTo>
                  <a:cubicBezTo>
                    <a:pt x="414" y="739"/>
                    <a:pt x="380" y="774"/>
                    <a:pt x="380" y="774"/>
                  </a:cubicBezTo>
                  <a:cubicBezTo>
                    <a:pt x="132" y="756"/>
                    <a:pt x="132" y="821"/>
                    <a:pt x="70" y="636"/>
                  </a:cubicBezTo>
                  <a:cubicBezTo>
                    <a:pt x="65" y="620"/>
                    <a:pt x="70" y="602"/>
                    <a:pt x="70" y="585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1" name="Text Box 24">
              <a:extLst>
                <a:ext uri="{FF2B5EF4-FFF2-40B4-BE49-F238E27FC236}">
                  <a16:creationId xmlns:a16="http://schemas.microsoft.com/office/drawing/2014/main" id="{E6E1A89C-9B24-8E9C-AE35-23D7012F1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0" y="3828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9722" name="Text Box 25">
              <a:extLst>
                <a:ext uri="{FF2B5EF4-FFF2-40B4-BE49-F238E27FC236}">
                  <a16:creationId xmlns:a16="http://schemas.microsoft.com/office/drawing/2014/main" id="{3F566EE2-D289-749C-8032-9C42AC259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" y="2499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9723" name="Text Box 26">
              <a:extLst>
                <a:ext uri="{FF2B5EF4-FFF2-40B4-BE49-F238E27FC236}">
                  <a16:creationId xmlns:a16="http://schemas.microsoft.com/office/drawing/2014/main" id="{267E0822-5DA2-37FD-D642-193767FD6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3942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9724" name="Freeform 27">
              <a:extLst>
                <a:ext uri="{FF2B5EF4-FFF2-40B4-BE49-F238E27FC236}">
                  <a16:creationId xmlns:a16="http://schemas.microsoft.com/office/drawing/2014/main" id="{EFCB2439-E669-FC88-CC67-D64D15E7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3208"/>
              <a:ext cx="166" cy="206"/>
            </a:xfrm>
            <a:custGeom>
              <a:avLst/>
              <a:gdLst>
                <a:gd name="T0" fmla="*/ 88 w 166"/>
                <a:gd name="T1" fmla="*/ 0 h 206"/>
                <a:gd name="T2" fmla="*/ 0 w 166"/>
                <a:gd name="T3" fmla="*/ 88 h 206"/>
                <a:gd name="T4" fmla="*/ 124 w 166"/>
                <a:gd name="T5" fmla="*/ 177 h 206"/>
                <a:gd name="T6" fmla="*/ 124 w 166"/>
                <a:gd name="T7" fmla="*/ 35 h 206"/>
                <a:gd name="T8" fmla="*/ 71 w 166"/>
                <a:gd name="T9" fmla="*/ 18 h 206"/>
                <a:gd name="T10" fmla="*/ 88 w 166"/>
                <a:gd name="T11" fmla="*/ 0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206">
                  <a:moveTo>
                    <a:pt x="88" y="0"/>
                  </a:moveTo>
                  <a:cubicBezTo>
                    <a:pt x="44" y="23"/>
                    <a:pt x="22" y="44"/>
                    <a:pt x="0" y="88"/>
                  </a:cubicBezTo>
                  <a:cubicBezTo>
                    <a:pt x="23" y="206"/>
                    <a:pt x="9" y="206"/>
                    <a:pt x="124" y="177"/>
                  </a:cubicBezTo>
                  <a:cubicBezTo>
                    <a:pt x="149" y="126"/>
                    <a:pt x="166" y="109"/>
                    <a:pt x="124" y="35"/>
                  </a:cubicBezTo>
                  <a:cubicBezTo>
                    <a:pt x="115" y="19"/>
                    <a:pt x="84" y="31"/>
                    <a:pt x="71" y="18"/>
                  </a:cubicBezTo>
                  <a:cubicBezTo>
                    <a:pt x="65" y="12"/>
                    <a:pt x="82" y="6"/>
                    <a:pt x="88" y="0"/>
                  </a:cubicBezTo>
                  <a:close/>
                </a:path>
              </a:pathLst>
            </a:cu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5" name="Freeform 28">
              <a:extLst>
                <a:ext uri="{FF2B5EF4-FFF2-40B4-BE49-F238E27FC236}">
                  <a16:creationId xmlns:a16="http://schemas.microsoft.com/office/drawing/2014/main" id="{2D544F17-E1BB-CB8C-B5BA-E7D06326B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3" y="3241"/>
              <a:ext cx="166" cy="206"/>
            </a:xfrm>
            <a:custGeom>
              <a:avLst/>
              <a:gdLst>
                <a:gd name="T0" fmla="*/ 88 w 166"/>
                <a:gd name="T1" fmla="*/ 0 h 206"/>
                <a:gd name="T2" fmla="*/ 0 w 166"/>
                <a:gd name="T3" fmla="*/ 88 h 206"/>
                <a:gd name="T4" fmla="*/ 124 w 166"/>
                <a:gd name="T5" fmla="*/ 177 h 206"/>
                <a:gd name="T6" fmla="*/ 124 w 166"/>
                <a:gd name="T7" fmla="*/ 35 h 206"/>
                <a:gd name="T8" fmla="*/ 71 w 166"/>
                <a:gd name="T9" fmla="*/ 18 h 206"/>
                <a:gd name="T10" fmla="*/ 88 w 166"/>
                <a:gd name="T11" fmla="*/ 0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206">
                  <a:moveTo>
                    <a:pt x="88" y="0"/>
                  </a:moveTo>
                  <a:cubicBezTo>
                    <a:pt x="44" y="23"/>
                    <a:pt x="22" y="44"/>
                    <a:pt x="0" y="88"/>
                  </a:cubicBezTo>
                  <a:cubicBezTo>
                    <a:pt x="23" y="206"/>
                    <a:pt x="9" y="206"/>
                    <a:pt x="124" y="177"/>
                  </a:cubicBezTo>
                  <a:cubicBezTo>
                    <a:pt x="149" y="126"/>
                    <a:pt x="166" y="109"/>
                    <a:pt x="124" y="35"/>
                  </a:cubicBezTo>
                  <a:cubicBezTo>
                    <a:pt x="115" y="19"/>
                    <a:pt x="84" y="31"/>
                    <a:pt x="71" y="18"/>
                  </a:cubicBezTo>
                  <a:cubicBezTo>
                    <a:pt x="65" y="12"/>
                    <a:pt x="82" y="6"/>
                    <a:pt x="88" y="0"/>
                  </a:cubicBezTo>
                  <a:close/>
                </a:path>
              </a:pathLst>
            </a:cu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6" name="Freeform 29">
              <a:extLst>
                <a:ext uri="{FF2B5EF4-FFF2-40B4-BE49-F238E27FC236}">
                  <a16:creationId xmlns:a16="http://schemas.microsoft.com/office/drawing/2014/main" id="{0B89C189-296B-1C58-BA75-7720B8F2E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3294"/>
              <a:ext cx="342" cy="410"/>
            </a:xfrm>
            <a:custGeom>
              <a:avLst/>
              <a:gdLst>
                <a:gd name="T0" fmla="*/ 5 w 342"/>
                <a:gd name="T1" fmla="*/ 144 h 410"/>
                <a:gd name="T2" fmla="*/ 76 w 342"/>
                <a:gd name="T3" fmla="*/ 73 h 410"/>
                <a:gd name="T4" fmla="*/ 112 w 342"/>
                <a:gd name="T5" fmla="*/ 38 h 410"/>
                <a:gd name="T6" fmla="*/ 183 w 342"/>
                <a:gd name="T7" fmla="*/ 2 h 410"/>
                <a:gd name="T8" fmla="*/ 307 w 342"/>
                <a:gd name="T9" fmla="*/ 20 h 410"/>
                <a:gd name="T10" fmla="*/ 342 w 342"/>
                <a:gd name="T11" fmla="*/ 91 h 410"/>
                <a:gd name="T12" fmla="*/ 289 w 342"/>
                <a:gd name="T13" fmla="*/ 251 h 410"/>
                <a:gd name="T14" fmla="*/ 254 w 342"/>
                <a:gd name="T15" fmla="*/ 286 h 410"/>
                <a:gd name="T16" fmla="*/ 236 w 342"/>
                <a:gd name="T17" fmla="*/ 322 h 410"/>
                <a:gd name="T18" fmla="*/ 129 w 342"/>
                <a:gd name="T19" fmla="*/ 410 h 410"/>
                <a:gd name="T20" fmla="*/ 76 w 342"/>
                <a:gd name="T21" fmla="*/ 392 h 410"/>
                <a:gd name="T22" fmla="*/ 59 w 342"/>
                <a:gd name="T23" fmla="*/ 339 h 410"/>
                <a:gd name="T24" fmla="*/ 5 w 342"/>
                <a:gd name="T25" fmla="*/ 144 h 4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2" h="410">
                  <a:moveTo>
                    <a:pt x="5" y="144"/>
                  </a:moveTo>
                  <a:cubicBezTo>
                    <a:pt x="29" y="120"/>
                    <a:pt x="52" y="97"/>
                    <a:pt x="76" y="73"/>
                  </a:cubicBezTo>
                  <a:cubicBezTo>
                    <a:pt x="88" y="61"/>
                    <a:pt x="97" y="46"/>
                    <a:pt x="112" y="38"/>
                  </a:cubicBezTo>
                  <a:cubicBezTo>
                    <a:pt x="136" y="26"/>
                    <a:pt x="183" y="2"/>
                    <a:pt x="183" y="2"/>
                  </a:cubicBezTo>
                  <a:cubicBezTo>
                    <a:pt x="224" y="8"/>
                    <a:pt x="271" y="0"/>
                    <a:pt x="307" y="20"/>
                  </a:cubicBezTo>
                  <a:cubicBezTo>
                    <a:pt x="330" y="33"/>
                    <a:pt x="342" y="91"/>
                    <a:pt x="342" y="91"/>
                  </a:cubicBezTo>
                  <a:cubicBezTo>
                    <a:pt x="333" y="134"/>
                    <a:pt x="325" y="215"/>
                    <a:pt x="289" y="251"/>
                  </a:cubicBezTo>
                  <a:cubicBezTo>
                    <a:pt x="277" y="263"/>
                    <a:pt x="264" y="273"/>
                    <a:pt x="254" y="286"/>
                  </a:cubicBezTo>
                  <a:cubicBezTo>
                    <a:pt x="246" y="297"/>
                    <a:pt x="245" y="312"/>
                    <a:pt x="236" y="322"/>
                  </a:cubicBezTo>
                  <a:cubicBezTo>
                    <a:pt x="179" y="389"/>
                    <a:pt x="185" y="382"/>
                    <a:pt x="129" y="410"/>
                  </a:cubicBezTo>
                  <a:cubicBezTo>
                    <a:pt x="111" y="404"/>
                    <a:pt x="89" y="405"/>
                    <a:pt x="76" y="392"/>
                  </a:cubicBezTo>
                  <a:cubicBezTo>
                    <a:pt x="63" y="379"/>
                    <a:pt x="66" y="356"/>
                    <a:pt x="59" y="339"/>
                  </a:cubicBezTo>
                  <a:cubicBezTo>
                    <a:pt x="0" y="200"/>
                    <a:pt x="34" y="342"/>
                    <a:pt x="5" y="144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7" name="Text Box 30">
              <a:extLst>
                <a:ext uri="{FF2B5EF4-FFF2-40B4-BE49-F238E27FC236}">
                  <a16:creationId xmlns:a16="http://schemas.microsoft.com/office/drawing/2014/main" id="{1F3CEE6C-A0C0-78D3-6D49-2A30BB7BD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2" y="341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728" name="Text Box 31">
              <a:extLst>
                <a:ext uri="{FF2B5EF4-FFF2-40B4-BE49-F238E27FC236}">
                  <a16:creationId xmlns:a16="http://schemas.microsoft.com/office/drawing/2014/main" id="{2982CE02-FE15-F307-94DA-B0A63C72C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33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729" name="Text Box 32">
              <a:extLst>
                <a:ext uri="{FF2B5EF4-FFF2-40B4-BE49-F238E27FC236}">
                  <a16:creationId xmlns:a16="http://schemas.microsoft.com/office/drawing/2014/main" id="{7B1B08A5-5624-9E40-F335-737A794AD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7" y="267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9730" name="Line 33">
              <a:extLst>
                <a:ext uri="{FF2B5EF4-FFF2-40B4-BE49-F238E27FC236}">
                  <a16:creationId xmlns:a16="http://schemas.microsoft.com/office/drawing/2014/main" id="{53C81A12-2E48-46D7-5A82-5AA29D43A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1" y="2915"/>
              <a:ext cx="230" cy="426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9490" name="Group 34">
            <a:extLst>
              <a:ext uri="{FF2B5EF4-FFF2-40B4-BE49-F238E27FC236}">
                <a16:creationId xmlns:a16="http://schemas.microsoft.com/office/drawing/2014/main" id="{FBE2ECD9-EDD6-C1ED-6A5E-F2209E1A1A59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2719388"/>
            <a:ext cx="11758613" cy="736600"/>
            <a:chOff x="84" y="1713"/>
            <a:chExt cx="7407" cy="464"/>
          </a:xfrm>
        </p:grpSpPr>
        <p:graphicFrame>
          <p:nvGraphicFramePr>
            <p:cNvPr id="29714" name="Object 35">
              <a:extLst>
                <a:ext uri="{FF2B5EF4-FFF2-40B4-BE49-F238E27FC236}">
                  <a16:creationId xmlns:a16="http://schemas.microsoft.com/office/drawing/2014/main" id="{27C5EDB9-3229-5464-5911-F788E12D0F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4" y="1713"/>
            <a:ext cx="2827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19277" imgH="352446" progId="Equation.3">
                    <p:embed/>
                  </p:oleObj>
                </mc:Choice>
                <mc:Fallback>
                  <p:oleObj name="Equation" r:id="rId8" imgW="2219277" imgH="352446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1713"/>
                          <a:ext cx="2827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15" name="Group 36">
              <a:extLst>
                <a:ext uri="{FF2B5EF4-FFF2-40B4-BE49-F238E27FC236}">
                  <a16:creationId xmlns:a16="http://schemas.microsoft.com/office/drawing/2014/main" id="{6FB0F6D4-55E4-82E9-8F79-F855A92589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" y="1717"/>
              <a:ext cx="7407" cy="288"/>
              <a:chOff x="84" y="1717"/>
              <a:chExt cx="7407" cy="288"/>
            </a:xfrm>
          </p:grpSpPr>
          <p:sp>
            <p:nvSpPr>
              <p:cNvPr id="29716" name="Text Box 37">
                <a:extLst>
                  <a:ext uri="{FF2B5EF4-FFF2-40B4-BE49-F238E27FC236}">
                    <a16:creationId xmlns:a16="http://schemas.microsoft.com/office/drawing/2014/main" id="{0231F490-1FD4-F849-9FD3-290B2E0DA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" y="1717"/>
                <a:ext cx="9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二次矩</a:t>
                </a:r>
              </a:p>
            </p:txBody>
          </p:sp>
          <p:sp>
            <p:nvSpPr>
              <p:cNvPr id="29717" name="Rectangle 38">
                <a:extLst>
                  <a:ext uri="{FF2B5EF4-FFF2-40B4-BE49-F238E27FC236}">
                    <a16:creationId xmlns:a16="http://schemas.microsoft.com/office/drawing/2014/main" id="{D614C101-AFC3-5B9F-578B-65456198C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1" y="1908"/>
                <a:ext cx="5760" cy="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aphicFrame>
        <p:nvGraphicFramePr>
          <p:cNvPr id="19495" name="Object 39">
            <a:extLst>
              <a:ext uri="{FF2B5EF4-FFF2-40B4-BE49-F238E27FC236}">
                <a16:creationId xmlns:a16="http://schemas.microsoft.com/office/drawing/2014/main" id="{7A442615-4395-5372-06BE-237E5932D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3" y="4132263"/>
          <a:ext cx="605155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0340" imgH="1152583" progId="Equation.3">
                  <p:embed/>
                </p:oleObj>
              </mc:Choice>
              <mc:Fallback>
                <p:oleObj name="Equation" r:id="rId10" imgW="3000340" imgH="115258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4132263"/>
                        <a:ext cx="6051550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817750F3-CC09-C455-2C47-72960E486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651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截面几何性质的计算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2EE62529-87D0-F73C-D94D-2B68C1624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1079500"/>
            <a:ext cx="5294313" cy="476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建立坐标系，计算形心位置</a:t>
            </a:r>
            <a:r>
              <a:rPr kumimoji="1" lang="en-US" altLang="zh-CN" sz="2400">
                <a:latin typeface="Times New Roman" panose="02020603050405020304" pitchFamily="18" charset="0"/>
              </a:rPr>
              <a:t>(y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o</a:t>
            </a:r>
            <a:r>
              <a:rPr kumimoji="1" lang="en-US" altLang="zh-CN" sz="2400">
                <a:latin typeface="Times New Roman" panose="02020603050405020304" pitchFamily="18" charset="0"/>
              </a:rPr>
              <a:t>Oz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latin typeface="Times New Roman" panose="02020603050405020304" pitchFamily="18" charset="0"/>
              </a:rPr>
              <a:t>系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30724" name="Group 5">
            <a:extLst>
              <a:ext uri="{FF2B5EF4-FFF2-40B4-BE49-F238E27FC236}">
                <a16:creationId xmlns:a16="http://schemas.microsoft.com/office/drawing/2014/main" id="{643D125D-81C3-8191-01B9-AF2D26A3EB00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798513"/>
            <a:ext cx="2489200" cy="2687637"/>
            <a:chOff x="4003" y="487"/>
            <a:chExt cx="1568" cy="1693"/>
          </a:xfrm>
        </p:grpSpPr>
        <p:sp>
          <p:nvSpPr>
            <p:cNvPr id="30747" name="Line 6">
              <a:extLst>
                <a:ext uri="{FF2B5EF4-FFF2-40B4-BE49-F238E27FC236}">
                  <a16:creationId xmlns:a16="http://schemas.microsoft.com/office/drawing/2014/main" id="{517F7001-EB8B-A6B3-B3A6-E272392A9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7" y="669"/>
              <a:ext cx="0" cy="130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8" name="Line 7">
              <a:extLst>
                <a:ext uri="{FF2B5EF4-FFF2-40B4-BE49-F238E27FC236}">
                  <a16:creationId xmlns:a16="http://schemas.microsoft.com/office/drawing/2014/main" id="{E3117A22-26B1-148D-2016-C61127E52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" y="1959"/>
              <a:ext cx="115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9" name="Freeform 8">
              <a:extLst>
                <a:ext uri="{FF2B5EF4-FFF2-40B4-BE49-F238E27FC236}">
                  <a16:creationId xmlns:a16="http://schemas.microsoft.com/office/drawing/2014/main" id="{D26EA586-D206-6075-2D44-DD0DEA771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944"/>
              <a:ext cx="638" cy="821"/>
            </a:xfrm>
            <a:custGeom>
              <a:avLst/>
              <a:gdLst>
                <a:gd name="T0" fmla="*/ 70 w 638"/>
                <a:gd name="T1" fmla="*/ 585 h 821"/>
                <a:gd name="T2" fmla="*/ 2 w 638"/>
                <a:gd name="T3" fmla="*/ 327 h 821"/>
                <a:gd name="T4" fmla="*/ 105 w 638"/>
                <a:gd name="T5" fmla="*/ 189 h 821"/>
                <a:gd name="T6" fmla="*/ 173 w 638"/>
                <a:gd name="T7" fmla="*/ 121 h 821"/>
                <a:gd name="T8" fmla="*/ 208 w 638"/>
                <a:gd name="T9" fmla="*/ 103 h 821"/>
                <a:gd name="T10" fmla="*/ 277 w 638"/>
                <a:gd name="T11" fmla="*/ 35 h 821"/>
                <a:gd name="T12" fmla="*/ 363 w 638"/>
                <a:gd name="T13" fmla="*/ 0 h 821"/>
                <a:gd name="T14" fmla="*/ 535 w 638"/>
                <a:gd name="T15" fmla="*/ 52 h 821"/>
                <a:gd name="T16" fmla="*/ 603 w 638"/>
                <a:gd name="T17" fmla="*/ 189 h 821"/>
                <a:gd name="T18" fmla="*/ 621 w 638"/>
                <a:gd name="T19" fmla="*/ 224 h 821"/>
                <a:gd name="T20" fmla="*/ 638 w 638"/>
                <a:gd name="T21" fmla="*/ 258 h 821"/>
                <a:gd name="T22" fmla="*/ 621 w 638"/>
                <a:gd name="T23" fmla="*/ 464 h 821"/>
                <a:gd name="T24" fmla="*/ 517 w 638"/>
                <a:gd name="T25" fmla="*/ 636 h 821"/>
                <a:gd name="T26" fmla="*/ 431 w 638"/>
                <a:gd name="T27" fmla="*/ 722 h 821"/>
                <a:gd name="T28" fmla="*/ 380 w 638"/>
                <a:gd name="T29" fmla="*/ 774 h 821"/>
                <a:gd name="T30" fmla="*/ 70 w 638"/>
                <a:gd name="T31" fmla="*/ 636 h 821"/>
                <a:gd name="T32" fmla="*/ 70 w 638"/>
                <a:gd name="T33" fmla="*/ 585 h 8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8" h="821">
                  <a:moveTo>
                    <a:pt x="70" y="585"/>
                  </a:moveTo>
                  <a:cubicBezTo>
                    <a:pt x="51" y="487"/>
                    <a:pt x="45" y="412"/>
                    <a:pt x="2" y="327"/>
                  </a:cubicBezTo>
                  <a:cubicBezTo>
                    <a:pt x="23" y="198"/>
                    <a:pt x="0" y="225"/>
                    <a:pt x="105" y="189"/>
                  </a:cubicBezTo>
                  <a:cubicBezTo>
                    <a:pt x="128" y="166"/>
                    <a:pt x="144" y="136"/>
                    <a:pt x="173" y="121"/>
                  </a:cubicBezTo>
                  <a:cubicBezTo>
                    <a:pt x="185" y="115"/>
                    <a:pt x="198" y="111"/>
                    <a:pt x="208" y="103"/>
                  </a:cubicBezTo>
                  <a:cubicBezTo>
                    <a:pt x="233" y="82"/>
                    <a:pt x="247" y="46"/>
                    <a:pt x="277" y="35"/>
                  </a:cubicBezTo>
                  <a:cubicBezTo>
                    <a:pt x="340" y="13"/>
                    <a:pt x="312" y="25"/>
                    <a:pt x="363" y="0"/>
                  </a:cubicBezTo>
                  <a:cubicBezTo>
                    <a:pt x="427" y="13"/>
                    <a:pt x="477" y="24"/>
                    <a:pt x="535" y="52"/>
                  </a:cubicBezTo>
                  <a:cubicBezTo>
                    <a:pt x="558" y="98"/>
                    <a:pt x="580" y="144"/>
                    <a:pt x="603" y="189"/>
                  </a:cubicBezTo>
                  <a:cubicBezTo>
                    <a:pt x="609" y="201"/>
                    <a:pt x="615" y="212"/>
                    <a:pt x="621" y="224"/>
                  </a:cubicBezTo>
                  <a:cubicBezTo>
                    <a:pt x="627" y="235"/>
                    <a:pt x="638" y="258"/>
                    <a:pt x="638" y="258"/>
                  </a:cubicBezTo>
                  <a:cubicBezTo>
                    <a:pt x="632" y="327"/>
                    <a:pt x="630" y="396"/>
                    <a:pt x="621" y="464"/>
                  </a:cubicBezTo>
                  <a:cubicBezTo>
                    <a:pt x="613" y="519"/>
                    <a:pt x="552" y="592"/>
                    <a:pt x="517" y="636"/>
                  </a:cubicBezTo>
                  <a:cubicBezTo>
                    <a:pt x="503" y="653"/>
                    <a:pt x="451" y="702"/>
                    <a:pt x="431" y="722"/>
                  </a:cubicBezTo>
                  <a:cubicBezTo>
                    <a:pt x="414" y="739"/>
                    <a:pt x="380" y="774"/>
                    <a:pt x="380" y="774"/>
                  </a:cubicBezTo>
                  <a:cubicBezTo>
                    <a:pt x="132" y="756"/>
                    <a:pt x="132" y="821"/>
                    <a:pt x="70" y="636"/>
                  </a:cubicBezTo>
                  <a:cubicBezTo>
                    <a:pt x="65" y="620"/>
                    <a:pt x="70" y="602"/>
                    <a:pt x="70" y="585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0" name="Text Box 9">
              <a:extLst>
                <a:ext uri="{FF2B5EF4-FFF2-40B4-BE49-F238E27FC236}">
                  <a16:creationId xmlns:a16="http://schemas.microsoft.com/office/drawing/2014/main" id="{C36EC01D-90D8-8272-F5FE-D1A2799DD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5" y="1816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751" name="Text Box 10">
              <a:extLst>
                <a:ext uri="{FF2B5EF4-FFF2-40B4-BE49-F238E27FC236}">
                  <a16:creationId xmlns:a16="http://schemas.microsoft.com/office/drawing/2014/main" id="{97B4E7AF-2276-B1FF-6DE1-E86B8FB9B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9" y="487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z</a:t>
              </a:r>
              <a:r>
                <a:rPr kumimoji="1"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752" name="Text Box 11">
              <a:extLst>
                <a:ext uri="{FF2B5EF4-FFF2-40B4-BE49-F238E27FC236}">
                  <a16:creationId xmlns:a16="http://schemas.microsoft.com/office/drawing/2014/main" id="{DBB06535-BD24-2F56-5A3E-E0061E6BC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1930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0753" name="Freeform 12">
              <a:extLst>
                <a:ext uri="{FF2B5EF4-FFF2-40B4-BE49-F238E27FC236}">
                  <a16:creationId xmlns:a16="http://schemas.microsoft.com/office/drawing/2014/main" id="{96E8B04E-3E32-170E-1194-D70F6AEC4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196"/>
              <a:ext cx="166" cy="206"/>
            </a:xfrm>
            <a:custGeom>
              <a:avLst/>
              <a:gdLst>
                <a:gd name="T0" fmla="*/ 88 w 166"/>
                <a:gd name="T1" fmla="*/ 0 h 206"/>
                <a:gd name="T2" fmla="*/ 0 w 166"/>
                <a:gd name="T3" fmla="*/ 88 h 206"/>
                <a:gd name="T4" fmla="*/ 124 w 166"/>
                <a:gd name="T5" fmla="*/ 177 h 206"/>
                <a:gd name="T6" fmla="*/ 124 w 166"/>
                <a:gd name="T7" fmla="*/ 35 h 206"/>
                <a:gd name="T8" fmla="*/ 71 w 166"/>
                <a:gd name="T9" fmla="*/ 18 h 206"/>
                <a:gd name="T10" fmla="*/ 88 w 166"/>
                <a:gd name="T11" fmla="*/ 0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206">
                  <a:moveTo>
                    <a:pt x="88" y="0"/>
                  </a:moveTo>
                  <a:cubicBezTo>
                    <a:pt x="44" y="23"/>
                    <a:pt x="22" y="44"/>
                    <a:pt x="0" y="88"/>
                  </a:cubicBezTo>
                  <a:cubicBezTo>
                    <a:pt x="23" y="206"/>
                    <a:pt x="9" y="206"/>
                    <a:pt x="124" y="177"/>
                  </a:cubicBezTo>
                  <a:cubicBezTo>
                    <a:pt x="149" y="126"/>
                    <a:pt x="166" y="109"/>
                    <a:pt x="124" y="35"/>
                  </a:cubicBezTo>
                  <a:cubicBezTo>
                    <a:pt x="115" y="19"/>
                    <a:pt x="84" y="31"/>
                    <a:pt x="71" y="18"/>
                  </a:cubicBezTo>
                  <a:cubicBezTo>
                    <a:pt x="65" y="12"/>
                    <a:pt x="82" y="6"/>
                    <a:pt x="88" y="0"/>
                  </a:cubicBezTo>
                  <a:close/>
                </a:path>
              </a:pathLst>
            </a:cu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4" name="Freeform 13">
              <a:extLst>
                <a:ext uri="{FF2B5EF4-FFF2-40B4-BE49-F238E27FC236}">
                  <a16:creationId xmlns:a16="http://schemas.microsoft.com/office/drawing/2014/main" id="{16CE2E02-5A0E-9E9E-FD18-4F2784773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8" y="1229"/>
              <a:ext cx="166" cy="206"/>
            </a:xfrm>
            <a:custGeom>
              <a:avLst/>
              <a:gdLst>
                <a:gd name="T0" fmla="*/ 88 w 166"/>
                <a:gd name="T1" fmla="*/ 0 h 206"/>
                <a:gd name="T2" fmla="*/ 0 w 166"/>
                <a:gd name="T3" fmla="*/ 88 h 206"/>
                <a:gd name="T4" fmla="*/ 124 w 166"/>
                <a:gd name="T5" fmla="*/ 177 h 206"/>
                <a:gd name="T6" fmla="*/ 124 w 166"/>
                <a:gd name="T7" fmla="*/ 35 h 206"/>
                <a:gd name="T8" fmla="*/ 71 w 166"/>
                <a:gd name="T9" fmla="*/ 18 h 206"/>
                <a:gd name="T10" fmla="*/ 88 w 166"/>
                <a:gd name="T11" fmla="*/ 0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206">
                  <a:moveTo>
                    <a:pt x="88" y="0"/>
                  </a:moveTo>
                  <a:cubicBezTo>
                    <a:pt x="44" y="23"/>
                    <a:pt x="22" y="44"/>
                    <a:pt x="0" y="88"/>
                  </a:cubicBezTo>
                  <a:cubicBezTo>
                    <a:pt x="23" y="206"/>
                    <a:pt x="9" y="206"/>
                    <a:pt x="124" y="177"/>
                  </a:cubicBezTo>
                  <a:cubicBezTo>
                    <a:pt x="149" y="126"/>
                    <a:pt x="166" y="109"/>
                    <a:pt x="124" y="35"/>
                  </a:cubicBezTo>
                  <a:cubicBezTo>
                    <a:pt x="115" y="19"/>
                    <a:pt x="84" y="31"/>
                    <a:pt x="71" y="18"/>
                  </a:cubicBezTo>
                  <a:cubicBezTo>
                    <a:pt x="65" y="12"/>
                    <a:pt x="82" y="6"/>
                    <a:pt x="88" y="0"/>
                  </a:cubicBezTo>
                  <a:close/>
                </a:path>
              </a:pathLst>
            </a:cu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5" name="Freeform 14">
              <a:extLst>
                <a:ext uri="{FF2B5EF4-FFF2-40B4-BE49-F238E27FC236}">
                  <a16:creationId xmlns:a16="http://schemas.microsoft.com/office/drawing/2014/main" id="{35E9932C-7EA1-9FE4-E0E5-0ECF321AF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1282"/>
              <a:ext cx="342" cy="410"/>
            </a:xfrm>
            <a:custGeom>
              <a:avLst/>
              <a:gdLst>
                <a:gd name="T0" fmla="*/ 5 w 342"/>
                <a:gd name="T1" fmla="*/ 144 h 410"/>
                <a:gd name="T2" fmla="*/ 76 w 342"/>
                <a:gd name="T3" fmla="*/ 73 h 410"/>
                <a:gd name="T4" fmla="*/ 112 w 342"/>
                <a:gd name="T5" fmla="*/ 38 h 410"/>
                <a:gd name="T6" fmla="*/ 183 w 342"/>
                <a:gd name="T7" fmla="*/ 2 h 410"/>
                <a:gd name="T8" fmla="*/ 307 w 342"/>
                <a:gd name="T9" fmla="*/ 20 h 410"/>
                <a:gd name="T10" fmla="*/ 342 w 342"/>
                <a:gd name="T11" fmla="*/ 91 h 410"/>
                <a:gd name="T12" fmla="*/ 289 w 342"/>
                <a:gd name="T13" fmla="*/ 251 h 410"/>
                <a:gd name="T14" fmla="*/ 254 w 342"/>
                <a:gd name="T15" fmla="*/ 286 h 410"/>
                <a:gd name="T16" fmla="*/ 236 w 342"/>
                <a:gd name="T17" fmla="*/ 322 h 410"/>
                <a:gd name="T18" fmla="*/ 129 w 342"/>
                <a:gd name="T19" fmla="*/ 410 h 410"/>
                <a:gd name="T20" fmla="*/ 76 w 342"/>
                <a:gd name="T21" fmla="*/ 392 h 410"/>
                <a:gd name="T22" fmla="*/ 59 w 342"/>
                <a:gd name="T23" fmla="*/ 339 h 410"/>
                <a:gd name="T24" fmla="*/ 5 w 342"/>
                <a:gd name="T25" fmla="*/ 144 h 4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2" h="410">
                  <a:moveTo>
                    <a:pt x="5" y="144"/>
                  </a:moveTo>
                  <a:cubicBezTo>
                    <a:pt x="29" y="120"/>
                    <a:pt x="52" y="97"/>
                    <a:pt x="76" y="73"/>
                  </a:cubicBezTo>
                  <a:cubicBezTo>
                    <a:pt x="88" y="61"/>
                    <a:pt x="97" y="46"/>
                    <a:pt x="112" y="38"/>
                  </a:cubicBezTo>
                  <a:cubicBezTo>
                    <a:pt x="136" y="26"/>
                    <a:pt x="183" y="2"/>
                    <a:pt x="183" y="2"/>
                  </a:cubicBezTo>
                  <a:cubicBezTo>
                    <a:pt x="224" y="8"/>
                    <a:pt x="271" y="0"/>
                    <a:pt x="307" y="20"/>
                  </a:cubicBezTo>
                  <a:cubicBezTo>
                    <a:pt x="330" y="33"/>
                    <a:pt x="342" y="91"/>
                    <a:pt x="342" y="91"/>
                  </a:cubicBezTo>
                  <a:cubicBezTo>
                    <a:pt x="333" y="134"/>
                    <a:pt x="325" y="215"/>
                    <a:pt x="289" y="251"/>
                  </a:cubicBezTo>
                  <a:cubicBezTo>
                    <a:pt x="277" y="263"/>
                    <a:pt x="264" y="273"/>
                    <a:pt x="254" y="286"/>
                  </a:cubicBezTo>
                  <a:cubicBezTo>
                    <a:pt x="246" y="297"/>
                    <a:pt x="245" y="312"/>
                    <a:pt x="236" y="322"/>
                  </a:cubicBezTo>
                  <a:cubicBezTo>
                    <a:pt x="179" y="389"/>
                    <a:pt x="185" y="382"/>
                    <a:pt x="129" y="410"/>
                  </a:cubicBezTo>
                  <a:cubicBezTo>
                    <a:pt x="111" y="404"/>
                    <a:pt x="89" y="405"/>
                    <a:pt x="76" y="392"/>
                  </a:cubicBezTo>
                  <a:cubicBezTo>
                    <a:pt x="63" y="379"/>
                    <a:pt x="66" y="356"/>
                    <a:pt x="59" y="339"/>
                  </a:cubicBezTo>
                  <a:cubicBezTo>
                    <a:pt x="0" y="200"/>
                    <a:pt x="34" y="342"/>
                    <a:pt x="5" y="144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56" name="Text Box 15">
              <a:extLst>
                <a:ext uri="{FF2B5EF4-FFF2-40B4-BE49-F238E27FC236}">
                  <a16:creationId xmlns:a16="http://schemas.microsoft.com/office/drawing/2014/main" id="{BC1481C6-9FDC-A669-E418-E8B03E196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7" y="139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757" name="Text Box 16">
              <a:extLst>
                <a:ext uri="{FF2B5EF4-FFF2-40B4-BE49-F238E27FC236}">
                  <a16:creationId xmlns:a16="http://schemas.microsoft.com/office/drawing/2014/main" id="{D7685D12-7FD0-BFAA-8E0D-A45B47EEE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1" y="131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758" name="Text Box 17">
              <a:extLst>
                <a:ext uri="{FF2B5EF4-FFF2-40B4-BE49-F238E27FC236}">
                  <a16:creationId xmlns:a16="http://schemas.microsoft.com/office/drawing/2014/main" id="{E43F2F73-295A-636E-BA80-F912B7F84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661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0759" name="Line 18">
              <a:extLst>
                <a:ext uri="{FF2B5EF4-FFF2-40B4-BE49-F238E27FC236}">
                  <a16:creationId xmlns:a16="http://schemas.microsoft.com/office/drawing/2014/main" id="{980964E7-5523-60B2-1160-5E92E893A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6" y="903"/>
              <a:ext cx="230" cy="426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499" name="Group 19">
            <a:extLst>
              <a:ext uri="{FF2B5EF4-FFF2-40B4-BE49-F238E27FC236}">
                <a16:creationId xmlns:a16="http://schemas.microsoft.com/office/drawing/2014/main" id="{BB774A0C-13B0-F9BC-3AD3-8264FC48182D}"/>
              </a:ext>
            </a:extLst>
          </p:cNvPr>
          <p:cNvGrpSpPr>
            <a:grpSpLocks/>
          </p:cNvGrpSpPr>
          <p:nvPr/>
        </p:nvGrpSpPr>
        <p:grpSpPr bwMode="auto">
          <a:xfrm>
            <a:off x="7583488" y="836613"/>
            <a:ext cx="1560512" cy="1868487"/>
            <a:chOff x="4674" y="578"/>
            <a:chExt cx="983" cy="1177"/>
          </a:xfrm>
        </p:grpSpPr>
        <p:sp>
          <p:nvSpPr>
            <p:cNvPr id="30742" name="Line 20">
              <a:extLst>
                <a:ext uri="{FF2B5EF4-FFF2-40B4-BE49-F238E27FC236}">
                  <a16:creationId xmlns:a16="http://schemas.microsoft.com/office/drawing/2014/main" id="{221E5082-FBE2-E438-58B4-066893C00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8" y="811"/>
              <a:ext cx="1" cy="7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3" name="Text Box 21">
              <a:extLst>
                <a:ext uri="{FF2B5EF4-FFF2-40B4-BE49-F238E27FC236}">
                  <a16:creationId xmlns:a16="http://schemas.microsoft.com/office/drawing/2014/main" id="{5326E944-C0DC-FF69-701D-D21F2F925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1" y="1442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744" name="Text Box 22">
              <a:extLst>
                <a:ext uri="{FF2B5EF4-FFF2-40B4-BE49-F238E27FC236}">
                  <a16:creationId xmlns:a16="http://schemas.microsoft.com/office/drawing/2014/main" id="{C4C84CA3-BE96-936E-5FA2-6D5348F25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" y="578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z</a:t>
              </a:r>
              <a:r>
                <a:rPr kumimoji="1" lang="en-US" altLang="zh-CN" sz="2000" i="1" baseline="-250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745" name="Text Box 23">
              <a:extLst>
                <a:ext uri="{FF2B5EF4-FFF2-40B4-BE49-F238E27FC236}">
                  <a16:creationId xmlns:a16="http://schemas.microsoft.com/office/drawing/2014/main" id="{116468EB-B896-DAF8-5B5E-45236E006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1505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746" name="Line 24">
              <a:extLst>
                <a:ext uri="{FF2B5EF4-FFF2-40B4-BE49-F238E27FC236}">
                  <a16:creationId xmlns:a16="http://schemas.microsoft.com/office/drawing/2014/main" id="{3815E4BD-9173-05BA-E501-6D28F2519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565"/>
              <a:ext cx="56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505" name="Group 25">
            <a:extLst>
              <a:ext uri="{FF2B5EF4-FFF2-40B4-BE49-F238E27FC236}">
                <a16:creationId xmlns:a16="http://schemas.microsoft.com/office/drawing/2014/main" id="{5094890A-2354-1727-5288-7D22E12D06B6}"/>
              </a:ext>
            </a:extLst>
          </p:cNvPr>
          <p:cNvGrpSpPr>
            <a:grpSpLocks/>
          </p:cNvGrpSpPr>
          <p:nvPr/>
        </p:nvGrpSpPr>
        <p:grpSpPr bwMode="auto">
          <a:xfrm>
            <a:off x="6892925" y="1563688"/>
            <a:ext cx="1947863" cy="860425"/>
            <a:chOff x="4256" y="2567"/>
            <a:chExt cx="1227" cy="542"/>
          </a:xfrm>
        </p:grpSpPr>
        <p:sp>
          <p:nvSpPr>
            <p:cNvPr id="30738" name="Line 26">
              <a:extLst>
                <a:ext uri="{FF2B5EF4-FFF2-40B4-BE49-F238E27FC236}">
                  <a16:creationId xmlns:a16="http://schemas.microsoft.com/office/drawing/2014/main" id="{748FE004-03DE-EC87-FD04-DF5F0709E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8" y="2747"/>
              <a:ext cx="413" cy="3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9" name="Line 27">
              <a:extLst>
                <a:ext uri="{FF2B5EF4-FFF2-40B4-BE49-F238E27FC236}">
                  <a16:creationId xmlns:a16="http://schemas.microsoft.com/office/drawing/2014/main" id="{EE4B831B-90E6-BEEC-0FBA-006F6068F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0" y="2696"/>
              <a:ext cx="412" cy="41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0" name="Text Box 28">
              <a:extLst>
                <a:ext uri="{FF2B5EF4-FFF2-40B4-BE49-F238E27FC236}">
                  <a16:creationId xmlns:a16="http://schemas.microsoft.com/office/drawing/2014/main" id="{8163FCDE-B8CC-5ADA-EF6B-04D796008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6" y="2567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0741" name="Text Box 29">
              <a:extLst>
                <a:ext uri="{FF2B5EF4-FFF2-40B4-BE49-F238E27FC236}">
                  <a16:creationId xmlns:a16="http://schemas.microsoft.com/office/drawing/2014/main" id="{777C4F9D-D213-3CC8-8B10-013865D4C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2681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z</a:t>
              </a:r>
            </a:p>
          </p:txBody>
        </p:sp>
      </p:grpSp>
      <p:graphicFrame>
        <p:nvGraphicFramePr>
          <p:cNvPr id="20510" name="Object 30">
            <a:extLst>
              <a:ext uri="{FF2B5EF4-FFF2-40B4-BE49-F238E27FC236}">
                <a16:creationId xmlns:a16="http://schemas.microsoft.com/office/drawing/2014/main" id="{582D910E-5A6C-BA54-462A-E688D65B80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4691063"/>
          <a:ext cx="23526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2477" imgH="466710" progId="Equation.3">
                  <p:embed/>
                </p:oleObj>
              </mc:Choice>
              <mc:Fallback>
                <p:oleObj name="Equation" r:id="rId2" imgW="1152477" imgH="46671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691063"/>
                        <a:ext cx="23526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1" name="Object 31">
            <a:extLst>
              <a:ext uri="{FF2B5EF4-FFF2-40B4-BE49-F238E27FC236}">
                <a16:creationId xmlns:a16="http://schemas.microsoft.com/office/drawing/2014/main" id="{6603CF03-F848-5D44-ED19-E719E7B00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5438" y="5676900"/>
          <a:ext cx="467042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3192" imgH="542934" progId="Equation.3">
                  <p:embed/>
                </p:oleObj>
              </mc:Choice>
              <mc:Fallback>
                <p:oleObj name="Equation" r:id="rId4" imgW="2343192" imgH="542934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5676900"/>
                        <a:ext cx="4670425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12" name="Group 32">
            <a:extLst>
              <a:ext uri="{FF2B5EF4-FFF2-40B4-BE49-F238E27FC236}">
                <a16:creationId xmlns:a16="http://schemas.microsoft.com/office/drawing/2014/main" id="{B0C251A6-8DE4-54C5-80C6-8AFAF145791F}"/>
              </a:ext>
            </a:extLst>
          </p:cNvPr>
          <p:cNvGrpSpPr>
            <a:grpSpLocks/>
          </p:cNvGrpSpPr>
          <p:nvPr/>
        </p:nvGrpSpPr>
        <p:grpSpPr bwMode="auto">
          <a:xfrm>
            <a:off x="763588" y="1590675"/>
            <a:ext cx="4913312" cy="917575"/>
            <a:chOff x="481" y="1002"/>
            <a:chExt cx="3095" cy="578"/>
          </a:xfrm>
        </p:grpSpPr>
        <p:sp>
          <p:nvSpPr>
            <p:cNvPr id="30736" name="Text Box 33">
              <a:extLst>
                <a:ext uri="{FF2B5EF4-FFF2-40B4-BE49-F238E27FC236}">
                  <a16:creationId xmlns:a16="http://schemas.microsoft.com/office/drawing/2014/main" id="{1F125FEB-5DC5-4462-8729-4573B37DF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" y="1280"/>
              <a:ext cx="3095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计算第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i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个简单图形几何性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Cz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c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系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37" name="AutoShape 34">
              <a:extLst>
                <a:ext uri="{FF2B5EF4-FFF2-40B4-BE49-F238E27FC236}">
                  <a16:creationId xmlns:a16="http://schemas.microsoft.com/office/drawing/2014/main" id="{5900A68D-5F54-0E94-A77C-093E67AE9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1002"/>
              <a:ext cx="306" cy="26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0515" name="Group 35">
            <a:extLst>
              <a:ext uri="{FF2B5EF4-FFF2-40B4-BE49-F238E27FC236}">
                <a16:creationId xmlns:a16="http://schemas.microsoft.com/office/drawing/2014/main" id="{A9AAD909-C22D-617B-3DAF-1A88114F77E6}"/>
              </a:ext>
            </a:extLst>
          </p:cNvPr>
          <p:cNvGrpSpPr>
            <a:grpSpLocks/>
          </p:cNvGrpSpPr>
          <p:nvPr/>
        </p:nvGrpSpPr>
        <p:grpSpPr bwMode="auto">
          <a:xfrm>
            <a:off x="763588" y="2516188"/>
            <a:ext cx="4886325" cy="925512"/>
            <a:chOff x="481" y="1585"/>
            <a:chExt cx="3078" cy="583"/>
          </a:xfrm>
        </p:grpSpPr>
        <p:sp>
          <p:nvSpPr>
            <p:cNvPr id="30734" name="Text Box 36">
              <a:extLst>
                <a:ext uri="{FF2B5EF4-FFF2-40B4-BE49-F238E27FC236}">
                  <a16:creationId xmlns:a16="http://schemas.microsoft.com/office/drawing/2014/main" id="{EDE77D8A-E880-E4E6-C44A-661D4CA95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" y="1868"/>
              <a:ext cx="3078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计算整个图形的几何性质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Cz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c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系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35" name="AutoShape 37">
              <a:extLst>
                <a:ext uri="{FF2B5EF4-FFF2-40B4-BE49-F238E27FC236}">
                  <a16:creationId xmlns:a16="http://schemas.microsoft.com/office/drawing/2014/main" id="{DBFA1E9F-E097-E474-8A72-03C95E922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" y="1585"/>
              <a:ext cx="306" cy="26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0518" name="Group 38">
            <a:extLst>
              <a:ext uri="{FF2B5EF4-FFF2-40B4-BE49-F238E27FC236}">
                <a16:creationId xmlns:a16="http://schemas.microsoft.com/office/drawing/2014/main" id="{90CFA42D-FDB1-2CCD-6AEF-59FDAB292F8F}"/>
              </a:ext>
            </a:extLst>
          </p:cNvPr>
          <p:cNvGrpSpPr>
            <a:grpSpLocks/>
          </p:cNvGrpSpPr>
          <p:nvPr/>
        </p:nvGrpSpPr>
        <p:grpSpPr bwMode="auto">
          <a:xfrm>
            <a:off x="752475" y="3462338"/>
            <a:ext cx="4886325" cy="1250950"/>
            <a:chOff x="474" y="2181"/>
            <a:chExt cx="3078" cy="788"/>
          </a:xfrm>
        </p:grpSpPr>
        <p:sp>
          <p:nvSpPr>
            <p:cNvPr id="30732" name="Text Box 39">
              <a:extLst>
                <a:ext uri="{FF2B5EF4-FFF2-40B4-BE49-F238E27FC236}">
                  <a16:creationId xmlns:a16="http://schemas.microsoft.com/office/drawing/2014/main" id="{59935A1B-B4B3-5A92-E398-3F4314F4C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" y="2439"/>
              <a:ext cx="3078" cy="53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旋转坐标轴，计算整个图形对形心主轴的几何性质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(yCz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系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33" name="AutoShape 40">
              <a:extLst>
                <a:ext uri="{FF2B5EF4-FFF2-40B4-BE49-F238E27FC236}">
                  <a16:creationId xmlns:a16="http://schemas.microsoft.com/office/drawing/2014/main" id="{5A5FA8C1-7828-0619-407E-54A5EEC43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" y="2181"/>
              <a:ext cx="306" cy="26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4">
            <a:extLst>
              <a:ext uri="{FF2B5EF4-FFF2-40B4-BE49-F238E27FC236}">
                <a16:creationId xmlns:a16="http://schemas.microsoft.com/office/drawing/2014/main" id="{33A34491-5295-E891-100B-8EBA4B8DB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651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截面几何性质的计算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2DDCA333-189C-3390-C254-1A71C84F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609725"/>
            <a:ext cx="229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规则几何图形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F6999FB3-B84D-DD6E-2933-24B49DE21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3203575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工程常用的型钢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8FE3B512-D7D4-BDC2-A18B-55FB4EBEB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4584700"/>
            <a:ext cx="305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其它多连通平面图形</a:t>
            </a:r>
          </a:p>
        </p:txBody>
      </p:sp>
      <p:sp>
        <p:nvSpPr>
          <p:cNvPr id="21511" name="Text Box 7">
            <a:extLst>
              <a:ext uri="{FF2B5EF4-FFF2-40B4-BE49-F238E27FC236}">
                <a16:creationId xmlns:a16="http://schemas.microsoft.com/office/drawing/2014/main" id="{3E4FB77C-1E8A-1D66-7373-0CD8F874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613" y="195103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三角形</a:t>
            </a:r>
          </a:p>
        </p:txBody>
      </p:sp>
      <p:sp>
        <p:nvSpPr>
          <p:cNvPr id="21512" name="Text Box 8">
            <a:extLst>
              <a:ext uri="{FF2B5EF4-FFF2-40B4-BE49-F238E27FC236}">
                <a16:creationId xmlns:a16="http://schemas.microsoft.com/office/drawing/2014/main" id="{5C6B126B-E2B7-2ACB-1F71-996DD377A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2552700"/>
            <a:ext cx="305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其它单连通平面图形</a:t>
            </a:r>
          </a:p>
        </p:txBody>
      </p:sp>
      <p:grpSp>
        <p:nvGrpSpPr>
          <p:cNvPr id="21513" name="Group 9">
            <a:extLst>
              <a:ext uri="{FF2B5EF4-FFF2-40B4-BE49-F238E27FC236}">
                <a16:creationId xmlns:a16="http://schemas.microsoft.com/office/drawing/2014/main" id="{65146A3D-98BE-2A55-B8EC-3B4C674F45DD}"/>
              </a:ext>
            </a:extLst>
          </p:cNvPr>
          <p:cNvGrpSpPr>
            <a:grpSpLocks/>
          </p:cNvGrpSpPr>
          <p:nvPr/>
        </p:nvGrpSpPr>
        <p:grpSpPr bwMode="auto">
          <a:xfrm>
            <a:off x="3284538" y="692150"/>
            <a:ext cx="4471987" cy="838200"/>
            <a:chOff x="2069" y="436"/>
            <a:chExt cx="2817" cy="528"/>
          </a:xfrm>
        </p:grpSpPr>
        <p:sp>
          <p:nvSpPr>
            <p:cNvPr id="31765" name="Text Box 10">
              <a:extLst>
                <a:ext uri="{FF2B5EF4-FFF2-40B4-BE49-F238E27FC236}">
                  <a16:creationId xmlns:a16="http://schemas.microsoft.com/office/drawing/2014/main" id="{9F86179A-9810-1630-8ED8-C3CCF2EB7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9" y="55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矩形</a:t>
              </a:r>
            </a:p>
          </p:txBody>
        </p:sp>
        <p:graphicFrame>
          <p:nvGraphicFramePr>
            <p:cNvPr id="31766" name="Object 11">
              <a:extLst>
                <a:ext uri="{FF2B5EF4-FFF2-40B4-BE49-F238E27FC236}">
                  <a16:creationId xmlns:a16="http://schemas.microsoft.com/office/drawing/2014/main" id="{577AA256-45CE-A248-B7E2-078B4D01F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5" y="436"/>
            <a:ext cx="204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90723" imgH="399995" progId="Equation.3">
                    <p:embed/>
                  </p:oleObj>
                </mc:Choice>
                <mc:Fallback>
                  <p:oleObj name="Equation" r:id="rId2" imgW="1590723" imgH="39999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5" y="436"/>
                          <a:ext cx="204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16" name="Group 12">
            <a:extLst>
              <a:ext uri="{FF2B5EF4-FFF2-40B4-BE49-F238E27FC236}">
                <a16:creationId xmlns:a16="http://schemas.microsoft.com/office/drawing/2014/main" id="{7BB57BBF-E99E-DA67-FD81-ADCED954282B}"/>
              </a:ext>
            </a:extLst>
          </p:cNvPr>
          <p:cNvGrpSpPr>
            <a:grpSpLocks/>
          </p:cNvGrpSpPr>
          <p:nvPr/>
        </p:nvGrpSpPr>
        <p:grpSpPr bwMode="auto">
          <a:xfrm>
            <a:off x="3257550" y="1389063"/>
            <a:ext cx="4529138" cy="787400"/>
            <a:chOff x="2052" y="875"/>
            <a:chExt cx="2853" cy="496"/>
          </a:xfrm>
        </p:grpSpPr>
        <p:sp>
          <p:nvSpPr>
            <p:cNvPr id="31763" name="Text Box 13">
              <a:extLst>
                <a:ext uri="{FF2B5EF4-FFF2-40B4-BE49-F238E27FC236}">
                  <a16:creationId xmlns:a16="http://schemas.microsoft.com/office/drawing/2014/main" id="{087220F5-3C1F-C425-5F9F-98CCA5A8C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" y="88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圆形</a:t>
              </a:r>
            </a:p>
          </p:txBody>
        </p:sp>
        <p:graphicFrame>
          <p:nvGraphicFramePr>
            <p:cNvPr id="31764" name="Object 14">
              <a:extLst>
                <a:ext uri="{FF2B5EF4-FFF2-40B4-BE49-F238E27FC236}">
                  <a16:creationId xmlns:a16="http://schemas.microsoft.com/office/drawing/2014/main" id="{060219E5-8FDB-1351-DE6B-8E56018D65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4" y="875"/>
            <a:ext cx="2041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90723" imgH="371466" progId="Equation.3">
                    <p:embed/>
                  </p:oleObj>
                </mc:Choice>
                <mc:Fallback>
                  <p:oleObj name="Equation" r:id="rId4" imgW="1590723" imgH="37146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875"/>
                          <a:ext cx="2041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19" name="Group 15">
            <a:extLst>
              <a:ext uri="{FF2B5EF4-FFF2-40B4-BE49-F238E27FC236}">
                <a16:creationId xmlns:a16="http://schemas.microsoft.com/office/drawing/2014/main" id="{912B7C8C-03C9-B618-079D-948879AB6091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1063625"/>
            <a:ext cx="677863" cy="1692275"/>
            <a:chOff x="1608" y="670"/>
            <a:chExt cx="427" cy="1066"/>
          </a:xfrm>
        </p:grpSpPr>
        <p:sp>
          <p:nvSpPr>
            <p:cNvPr id="31761" name="AutoShape 16">
              <a:extLst>
                <a:ext uri="{FF2B5EF4-FFF2-40B4-BE49-F238E27FC236}">
                  <a16:creationId xmlns:a16="http://schemas.microsoft.com/office/drawing/2014/main" id="{625565B3-2EB4-55A3-5BD6-64A3E8A28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670"/>
              <a:ext cx="130" cy="1066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2" name="AutoShape 17">
              <a:extLst>
                <a:ext uri="{FF2B5EF4-FFF2-40B4-BE49-F238E27FC236}">
                  <a16:creationId xmlns:a16="http://schemas.microsoft.com/office/drawing/2014/main" id="{30C2EC7E-7975-81A1-5D4B-1054941D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" y="1168"/>
              <a:ext cx="155" cy="56"/>
            </a:xfrm>
            <a:prstGeom prst="rightArrow">
              <a:avLst>
                <a:gd name="adj1" fmla="val 50000"/>
                <a:gd name="adj2" fmla="val 69196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1522" name="Group 18">
            <a:extLst>
              <a:ext uri="{FF2B5EF4-FFF2-40B4-BE49-F238E27FC236}">
                <a16:creationId xmlns:a16="http://schemas.microsoft.com/office/drawing/2014/main" id="{FA3B5044-93D3-C6D0-1305-45D0C58158FA}"/>
              </a:ext>
            </a:extLst>
          </p:cNvPr>
          <p:cNvGrpSpPr>
            <a:grpSpLocks/>
          </p:cNvGrpSpPr>
          <p:nvPr/>
        </p:nvGrpSpPr>
        <p:grpSpPr bwMode="auto">
          <a:xfrm>
            <a:off x="2701925" y="3221038"/>
            <a:ext cx="2865438" cy="457200"/>
            <a:chOff x="1702" y="2029"/>
            <a:chExt cx="1805" cy="288"/>
          </a:xfrm>
        </p:grpSpPr>
        <p:sp>
          <p:nvSpPr>
            <p:cNvPr id="31759" name="Text Box 19">
              <a:extLst>
                <a:ext uri="{FF2B5EF4-FFF2-40B4-BE49-F238E27FC236}">
                  <a16:creationId xmlns:a16="http://schemas.microsoft.com/office/drawing/2014/main" id="{2F063526-C282-E21F-9E1D-900D024A7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" y="2029"/>
              <a:ext cx="15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查表（附录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B)</a:t>
              </a:r>
            </a:p>
          </p:txBody>
        </p:sp>
        <p:sp>
          <p:nvSpPr>
            <p:cNvPr id="31760" name="AutoShape 20">
              <a:extLst>
                <a:ext uri="{FF2B5EF4-FFF2-40B4-BE49-F238E27FC236}">
                  <a16:creationId xmlns:a16="http://schemas.microsoft.com/office/drawing/2014/main" id="{9CD26FAA-546E-F515-5C29-A3DBEA17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166"/>
              <a:ext cx="189" cy="56"/>
            </a:xfrm>
            <a:prstGeom prst="rightArrow">
              <a:avLst>
                <a:gd name="adj1" fmla="val 50000"/>
                <a:gd name="adj2" fmla="val 84375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1525" name="Group 21">
            <a:extLst>
              <a:ext uri="{FF2B5EF4-FFF2-40B4-BE49-F238E27FC236}">
                <a16:creationId xmlns:a16="http://schemas.microsoft.com/office/drawing/2014/main" id="{86660627-2B99-6CDE-05DF-328620B0ADC1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4586288"/>
            <a:ext cx="2033587" cy="457200"/>
            <a:chOff x="2245" y="2889"/>
            <a:chExt cx="1281" cy="288"/>
          </a:xfrm>
        </p:grpSpPr>
        <p:sp>
          <p:nvSpPr>
            <p:cNvPr id="31757" name="Text Box 22">
              <a:extLst>
                <a:ext uri="{FF2B5EF4-FFF2-40B4-BE49-F238E27FC236}">
                  <a16:creationId xmlns:a16="http://schemas.microsoft.com/office/drawing/2014/main" id="{21BB8187-AA41-1953-D90E-FC9D1BF00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2" y="2889"/>
              <a:ext cx="10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数值计算</a:t>
              </a:r>
            </a:p>
          </p:txBody>
        </p:sp>
        <p:sp>
          <p:nvSpPr>
            <p:cNvPr id="31758" name="AutoShape 23">
              <a:extLst>
                <a:ext uri="{FF2B5EF4-FFF2-40B4-BE49-F238E27FC236}">
                  <a16:creationId xmlns:a16="http://schemas.microsoft.com/office/drawing/2014/main" id="{179428B7-D1E3-C480-5DF1-ABB1DDDD3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019"/>
              <a:ext cx="189" cy="56"/>
            </a:xfrm>
            <a:prstGeom prst="rightArrow">
              <a:avLst>
                <a:gd name="adj1" fmla="val 50000"/>
                <a:gd name="adj2" fmla="val 84375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09" grpId="0" autoUpdateAnimBg="0"/>
      <p:bldP spid="21510" grpId="0" autoUpdateAnimBg="0"/>
      <p:bldP spid="21511" grpId="0" autoUpdateAnimBg="0"/>
      <p:bldP spid="2151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>
            <a:extLst>
              <a:ext uri="{FF2B5EF4-FFF2-40B4-BE49-F238E27FC236}">
                <a16:creationId xmlns:a16="http://schemas.microsoft.com/office/drawing/2014/main" id="{EF43B9C7-B19B-1F4B-332A-D0535CA3D9F9}"/>
              </a:ext>
            </a:extLst>
          </p:cNvPr>
          <p:cNvGrpSpPr>
            <a:grpSpLocks/>
          </p:cNvGrpSpPr>
          <p:nvPr/>
        </p:nvGrpSpPr>
        <p:grpSpPr bwMode="auto">
          <a:xfrm>
            <a:off x="6191250" y="85725"/>
            <a:ext cx="2489200" cy="2687638"/>
            <a:chOff x="3900" y="54"/>
            <a:chExt cx="1568" cy="1693"/>
          </a:xfrm>
        </p:grpSpPr>
        <p:sp>
          <p:nvSpPr>
            <p:cNvPr id="32789" name="Line 3">
              <a:extLst>
                <a:ext uri="{FF2B5EF4-FFF2-40B4-BE49-F238E27FC236}">
                  <a16:creationId xmlns:a16="http://schemas.microsoft.com/office/drawing/2014/main" id="{34001650-6CBA-BAE2-9FE4-2AC2B94D2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4" y="236"/>
              <a:ext cx="0" cy="130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0" name="Line 4">
              <a:extLst>
                <a:ext uri="{FF2B5EF4-FFF2-40B4-BE49-F238E27FC236}">
                  <a16:creationId xmlns:a16="http://schemas.microsoft.com/office/drawing/2014/main" id="{125F3EAD-5C86-5561-8C3F-D022A3FF8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1526"/>
              <a:ext cx="115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1" name="Freeform 5">
              <a:extLst>
                <a:ext uri="{FF2B5EF4-FFF2-40B4-BE49-F238E27FC236}">
                  <a16:creationId xmlns:a16="http://schemas.microsoft.com/office/drawing/2014/main" id="{405FD132-5BA6-A4BB-1FF2-424BA5D93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511"/>
              <a:ext cx="638" cy="821"/>
            </a:xfrm>
            <a:custGeom>
              <a:avLst/>
              <a:gdLst>
                <a:gd name="T0" fmla="*/ 70 w 638"/>
                <a:gd name="T1" fmla="*/ 585 h 821"/>
                <a:gd name="T2" fmla="*/ 2 w 638"/>
                <a:gd name="T3" fmla="*/ 327 h 821"/>
                <a:gd name="T4" fmla="*/ 105 w 638"/>
                <a:gd name="T5" fmla="*/ 189 h 821"/>
                <a:gd name="T6" fmla="*/ 173 w 638"/>
                <a:gd name="T7" fmla="*/ 121 h 821"/>
                <a:gd name="T8" fmla="*/ 208 w 638"/>
                <a:gd name="T9" fmla="*/ 103 h 821"/>
                <a:gd name="T10" fmla="*/ 277 w 638"/>
                <a:gd name="T11" fmla="*/ 35 h 821"/>
                <a:gd name="T12" fmla="*/ 363 w 638"/>
                <a:gd name="T13" fmla="*/ 0 h 821"/>
                <a:gd name="T14" fmla="*/ 535 w 638"/>
                <a:gd name="T15" fmla="*/ 52 h 821"/>
                <a:gd name="T16" fmla="*/ 603 w 638"/>
                <a:gd name="T17" fmla="*/ 189 h 821"/>
                <a:gd name="T18" fmla="*/ 621 w 638"/>
                <a:gd name="T19" fmla="*/ 224 h 821"/>
                <a:gd name="T20" fmla="*/ 638 w 638"/>
                <a:gd name="T21" fmla="*/ 258 h 821"/>
                <a:gd name="T22" fmla="*/ 621 w 638"/>
                <a:gd name="T23" fmla="*/ 464 h 821"/>
                <a:gd name="T24" fmla="*/ 517 w 638"/>
                <a:gd name="T25" fmla="*/ 636 h 821"/>
                <a:gd name="T26" fmla="*/ 431 w 638"/>
                <a:gd name="T27" fmla="*/ 722 h 821"/>
                <a:gd name="T28" fmla="*/ 380 w 638"/>
                <a:gd name="T29" fmla="*/ 774 h 821"/>
                <a:gd name="T30" fmla="*/ 70 w 638"/>
                <a:gd name="T31" fmla="*/ 636 h 821"/>
                <a:gd name="T32" fmla="*/ 70 w 638"/>
                <a:gd name="T33" fmla="*/ 585 h 8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8" h="821">
                  <a:moveTo>
                    <a:pt x="70" y="585"/>
                  </a:moveTo>
                  <a:cubicBezTo>
                    <a:pt x="51" y="487"/>
                    <a:pt x="45" y="412"/>
                    <a:pt x="2" y="327"/>
                  </a:cubicBezTo>
                  <a:cubicBezTo>
                    <a:pt x="23" y="198"/>
                    <a:pt x="0" y="225"/>
                    <a:pt x="105" y="189"/>
                  </a:cubicBezTo>
                  <a:cubicBezTo>
                    <a:pt x="128" y="166"/>
                    <a:pt x="144" y="136"/>
                    <a:pt x="173" y="121"/>
                  </a:cubicBezTo>
                  <a:cubicBezTo>
                    <a:pt x="185" y="115"/>
                    <a:pt x="198" y="111"/>
                    <a:pt x="208" y="103"/>
                  </a:cubicBezTo>
                  <a:cubicBezTo>
                    <a:pt x="233" y="82"/>
                    <a:pt x="247" y="46"/>
                    <a:pt x="277" y="35"/>
                  </a:cubicBezTo>
                  <a:cubicBezTo>
                    <a:pt x="340" y="13"/>
                    <a:pt x="312" y="25"/>
                    <a:pt x="363" y="0"/>
                  </a:cubicBezTo>
                  <a:cubicBezTo>
                    <a:pt x="427" y="13"/>
                    <a:pt x="477" y="24"/>
                    <a:pt x="535" y="52"/>
                  </a:cubicBezTo>
                  <a:cubicBezTo>
                    <a:pt x="558" y="98"/>
                    <a:pt x="580" y="144"/>
                    <a:pt x="603" y="189"/>
                  </a:cubicBezTo>
                  <a:cubicBezTo>
                    <a:pt x="609" y="201"/>
                    <a:pt x="615" y="212"/>
                    <a:pt x="621" y="224"/>
                  </a:cubicBezTo>
                  <a:cubicBezTo>
                    <a:pt x="627" y="235"/>
                    <a:pt x="638" y="258"/>
                    <a:pt x="638" y="258"/>
                  </a:cubicBezTo>
                  <a:cubicBezTo>
                    <a:pt x="632" y="327"/>
                    <a:pt x="630" y="396"/>
                    <a:pt x="621" y="464"/>
                  </a:cubicBezTo>
                  <a:cubicBezTo>
                    <a:pt x="613" y="519"/>
                    <a:pt x="552" y="592"/>
                    <a:pt x="517" y="636"/>
                  </a:cubicBezTo>
                  <a:cubicBezTo>
                    <a:pt x="503" y="653"/>
                    <a:pt x="451" y="702"/>
                    <a:pt x="431" y="722"/>
                  </a:cubicBezTo>
                  <a:cubicBezTo>
                    <a:pt x="414" y="739"/>
                    <a:pt x="380" y="774"/>
                    <a:pt x="380" y="774"/>
                  </a:cubicBezTo>
                  <a:cubicBezTo>
                    <a:pt x="132" y="756"/>
                    <a:pt x="132" y="821"/>
                    <a:pt x="70" y="636"/>
                  </a:cubicBezTo>
                  <a:cubicBezTo>
                    <a:pt x="65" y="620"/>
                    <a:pt x="70" y="602"/>
                    <a:pt x="70" y="585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2" name="Text Box 6">
              <a:extLst>
                <a:ext uri="{FF2B5EF4-FFF2-40B4-BE49-F238E27FC236}">
                  <a16:creationId xmlns:a16="http://schemas.microsoft.com/office/drawing/2014/main" id="{8C145C55-ED0D-1D81-6F53-55151173F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" y="1383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2793" name="Text Box 7">
              <a:extLst>
                <a:ext uri="{FF2B5EF4-FFF2-40B4-BE49-F238E27FC236}">
                  <a16:creationId xmlns:a16="http://schemas.microsoft.com/office/drawing/2014/main" id="{8812315D-DA0A-6CB6-1B12-EFB62FB19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7" y="54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2794" name="Text Box 8">
              <a:extLst>
                <a:ext uri="{FF2B5EF4-FFF2-40B4-BE49-F238E27FC236}">
                  <a16:creationId xmlns:a16="http://schemas.microsoft.com/office/drawing/2014/main" id="{651F1640-EDC8-72D9-233A-B0A878A48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1497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2795" name="Text Box 9">
              <a:extLst>
                <a:ext uri="{FF2B5EF4-FFF2-40B4-BE49-F238E27FC236}">
                  <a16:creationId xmlns:a16="http://schemas.microsoft.com/office/drawing/2014/main" id="{21827CF8-9218-3B1E-74B2-39985DB7D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" y="6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796" name="Text Box 10">
              <a:extLst>
                <a:ext uri="{FF2B5EF4-FFF2-40B4-BE49-F238E27FC236}">
                  <a16:creationId xmlns:a16="http://schemas.microsoft.com/office/drawing/2014/main" id="{4EDB1BF7-F478-0082-F77C-5C15B35C3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8" y="1046"/>
              <a:ext cx="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32771" name="Line 12">
            <a:extLst>
              <a:ext uri="{FF2B5EF4-FFF2-40B4-BE49-F238E27FC236}">
                <a16:creationId xmlns:a16="http://schemas.microsoft.com/office/drawing/2014/main" id="{E19947C3-DF4D-31D9-2D98-E1409798C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8" y="638175"/>
            <a:ext cx="5541962" cy="1588"/>
          </a:xfrm>
          <a:prstGeom prst="line">
            <a:avLst/>
          </a:prstGeom>
          <a:noFill/>
          <a:ln w="19050" cap="sq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91FD4DB0-53DB-F9F0-50B9-36057194A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819150"/>
            <a:ext cx="4884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对单连通平面区域，由</a:t>
            </a:r>
            <a:r>
              <a:rPr kumimoji="1" lang="en-US" altLang="zh-CN" sz="2400">
                <a:latin typeface="Times New Roman" panose="02020603050405020304" pitchFamily="18" charset="0"/>
              </a:rPr>
              <a:t>Green</a:t>
            </a:r>
            <a:r>
              <a:rPr kumimoji="1" lang="zh-CN" altLang="en-US" sz="2400">
                <a:latin typeface="宋体" panose="02010600030101010101" pitchFamily="2" charset="-122"/>
              </a:rPr>
              <a:t>定理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2542" name="Object 14">
            <a:extLst>
              <a:ext uri="{FF2B5EF4-FFF2-40B4-BE49-F238E27FC236}">
                <a16:creationId xmlns:a16="http://schemas.microsoft.com/office/drawing/2014/main" id="{9E2C1CE9-A5AA-083E-6CB7-EF2A71B80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" y="1350963"/>
          <a:ext cx="3621088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1608" imgH="428671" progId="Equation.3">
                  <p:embed/>
                </p:oleObj>
              </mc:Choice>
              <mc:Fallback>
                <p:oleObj name="Equation" r:id="rId2" imgW="1771608" imgH="42867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1350963"/>
                        <a:ext cx="3621088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Text Box 15">
            <a:extLst>
              <a:ext uri="{FF2B5EF4-FFF2-40B4-BE49-F238E27FC236}">
                <a16:creationId xmlns:a16="http://schemas.microsoft.com/office/drawing/2014/main" id="{44D8C566-E598-EFDC-AAFE-312F6A6EC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488" y="78898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L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i</a:t>
            </a:r>
          </a:p>
        </p:txBody>
      </p:sp>
      <p:graphicFrame>
        <p:nvGraphicFramePr>
          <p:cNvPr id="22544" name="Object 16">
            <a:extLst>
              <a:ext uri="{FF2B5EF4-FFF2-40B4-BE49-F238E27FC236}">
                <a16:creationId xmlns:a16="http://schemas.microsoft.com/office/drawing/2014/main" id="{71FF0B22-6B08-AA52-1721-7D94D528F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9600" y="2787650"/>
          <a:ext cx="3005138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0732" imgH="2695505" progId="Equation.3">
                  <p:embed/>
                </p:oleObj>
              </mc:Choice>
              <mc:Fallback>
                <p:oleObj name="Equation" r:id="rId4" imgW="1990732" imgH="269550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2787650"/>
                        <a:ext cx="3005138" cy="407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>
            <a:extLst>
              <a:ext uri="{FF2B5EF4-FFF2-40B4-BE49-F238E27FC236}">
                <a16:creationId xmlns:a16="http://schemas.microsoft.com/office/drawing/2014/main" id="{F71BF3CC-4DB5-0C87-C505-BE7BAF60E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63" y="2278063"/>
          <a:ext cx="548481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8936" imgH="447690" progId="Equation.3">
                  <p:embed/>
                </p:oleObj>
              </mc:Choice>
              <mc:Fallback>
                <p:oleObj name="Equation" r:id="rId6" imgW="3028936" imgH="44769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3" y="2278063"/>
                        <a:ext cx="5484812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>
            <a:extLst>
              <a:ext uri="{FF2B5EF4-FFF2-40B4-BE49-F238E27FC236}">
                <a16:creationId xmlns:a16="http://schemas.microsoft.com/office/drawing/2014/main" id="{19BAB64D-AD26-DD23-E7D4-2386BB68A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" y="3900488"/>
          <a:ext cx="5554663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67064" imgH="447690" progId="Equation.3">
                  <p:embed/>
                </p:oleObj>
              </mc:Choice>
              <mc:Fallback>
                <p:oleObj name="Equation" r:id="rId8" imgW="3067064" imgH="4476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" y="3900488"/>
                        <a:ext cx="5554663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19">
            <a:extLst>
              <a:ext uri="{FF2B5EF4-FFF2-40B4-BE49-F238E27FC236}">
                <a16:creationId xmlns:a16="http://schemas.microsoft.com/office/drawing/2014/main" id="{45CBCD97-E6E0-BB2B-09FD-51C8742F6C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2989263"/>
          <a:ext cx="3621088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1608" imgH="428671" progId="Equation.3">
                  <p:embed/>
                </p:oleObj>
              </mc:Choice>
              <mc:Fallback>
                <p:oleObj name="Equation" r:id="rId10" imgW="1771608" imgH="42867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2989263"/>
                        <a:ext cx="3621088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Line 20">
            <a:extLst>
              <a:ext uri="{FF2B5EF4-FFF2-40B4-BE49-F238E27FC236}">
                <a16:creationId xmlns:a16="http://schemas.microsoft.com/office/drawing/2014/main" id="{A2FA566F-D6BA-1AAF-4DF2-6216053A5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325" y="900113"/>
            <a:ext cx="0" cy="3937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DC6510D3-570C-243D-C1B3-6A29884CCA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1613" y="1293813"/>
            <a:ext cx="1682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50" name="Text Box 22">
            <a:extLst>
              <a:ext uri="{FF2B5EF4-FFF2-40B4-BE49-F238E27FC236}">
                <a16:creationId xmlns:a16="http://schemas.microsoft.com/office/drawing/2014/main" id="{B8AF8D57-1AD7-5C8C-2B29-4E4B40D56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6675" y="476250"/>
            <a:ext cx="119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</a:rPr>
              <a:t>i+1</a:t>
            </a:r>
          </a:p>
        </p:txBody>
      </p:sp>
      <p:sp>
        <p:nvSpPr>
          <p:cNvPr id="22551" name="Text Box 23">
            <a:extLst>
              <a:ext uri="{FF2B5EF4-FFF2-40B4-BE49-F238E27FC236}">
                <a16:creationId xmlns:a16="http://schemas.microsoft.com/office/drawing/2014/main" id="{7F9DFB04-4E89-9B5F-A8F3-BB1AE3674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2588" y="12192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2552" name="Text Box 24">
            <a:extLst>
              <a:ext uri="{FF2B5EF4-FFF2-40B4-BE49-F238E27FC236}">
                <a16:creationId xmlns:a16="http://schemas.microsoft.com/office/drawing/2014/main" id="{272F5F38-03F2-4B2B-9A51-E492799F3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57538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同理</a:t>
            </a:r>
          </a:p>
        </p:txBody>
      </p:sp>
      <p:sp>
        <p:nvSpPr>
          <p:cNvPr id="22553" name="Text Box 25">
            <a:extLst>
              <a:ext uri="{FF2B5EF4-FFF2-40B4-BE49-F238E27FC236}">
                <a16:creationId xmlns:a16="http://schemas.microsoft.com/office/drawing/2014/main" id="{636981B7-6496-7383-43B8-0A3F44AD6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4908550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以</a:t>
            </a:r>
            <a:r>
              <a:rPr kumimoji="1" lang="en-US" altLang="zh-CN" sz="2400"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y</a:t>
            </a:r>
            <a:r>
              <a:rPr kumimoji="1" lang="zh-CN" altLang="en-US" sz="2400">
                <a:latin typeface="Times New Roman" panose="02020603050405020304" pitchFamily="18" charset="0"/>
              </a:rPr>
              <a:t>为例：</a:t>
            </a:r>
          </a:p>
        </p:txBody>
      </p:sp>
      <p:graphicFrame>
        <p:nvGraphicFramePr>
          <p:cNvPr id="22554" name="Object 26">
            <a:extLst>
              <a:ext uri="{FF2B5EF4-FFF2-40B4-BE49-F238E27FC236}">
                <a16:creationId xmlns:a16="http://schemas.microsoft.com/office/drawing/2014/main" id="{A2CFF6CA-74C5-A4B6-C3E8-E02811DD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0525" y="4743450"/>
          <a:ext cx="28559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1660" imgH="399995" progId="Equation.3">
                  <p:embed/>
                </p:oleObj>
              </mc:Choice>
              <mc:Fallback>
                <p:oleObj name="Equation" r:id="rId12" imgW="1571660" imgH="39999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743450"/>
                        <a:ext cx="28559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27">
            <a:extLst>
              <a:ext uri="{FF2B5EF4-FFF2-40B4-BE49-F238E27FC236}">
                <a16:creationId xmlns:a16="http://schemas.microsoft.com/office/drawing/2014/main" id="{3E21A887-7A5B-E234-D6F1-C03A629EE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5876925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再以</a:t>
            </a:r>
            <a:r>
              <a:rPr kumimoji="1" lang="en-US" altLang="zh-CN" sz="2400"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z</a:t>
            </a:r>
            <a:r>
              <a:rPr kumimoji="1" lang="zh-CN" altLang="en-US" sz="2400">
                <a:latin typeface="Times New Roman" panose="02020603050405020304" pitchFamily="18" charset="0"/>
              </a:rPr>
              <a:t>为例：</a:t>
            </a:r>
          </a:p>
        </p:txBody>
      </p:sp>
      <p:graphicFrame>
        <p:nvGraphicFramePr>
          <p:cNvPr id="22556" name="Object 28">
            <a:extLst>
              <a:ext uri="{FF2B5EF4-FFF2-40B4-BE49-F238E27FC236}">
                <a16:creationId xmlns:a16="http://schemas.microsoft.com/office/drawing/2014/main" id="{6438F1E0-7EEE-FD40-86BE-7045750C3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703888"/>
          <a:ext cx="2947987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19208" imgH="428671" progId="Equation.3">
                  <p:embed/>
                </p:oleObj>
              </mc:Choice>
              <mc:Fallback>
                <p:oleObj name="Equation" r:id="rId14" imgW="1619208" imgH="428671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703888"/>
                        <a:ext cx="2947987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8" name="Text Box 29">
            <a:extLst>
              <a:ext uri="{FF2B5EF4-FFF2-40B4-BE49-F238E27FC236}">
                <a16:creationId xmlns:a16="http://schemas.microsoft.com/office/drawing/2014/main" id="{E7963C48-3C7F-54D2-03EA-D9B030029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651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2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截面几何性质的计算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1" grpId="0" autoUpdateAnimBg="0"/>
      <p:bldP spid="22543" grpId="0" autoUpdateAnimBg="0"/>
      <p:bldP spid="22550" grpId="0" autoUpdateAnimBg="0"/>
      <p:bldP spid="22551" grpId="0" autoUpdateAnimBg="0"/>
      <p:bldP spid="22552" grpId="0" autoUpdateAnimBg="0"/>
      <p:bldP spid="22553" grpId="0" autoUpdateAnimBg="0"/>
      <p:bldP spid="2255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D584F610-61B7-6EDE-1722-14F038ED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952500"/>
            <a:ext cx="5559425" cy="1323975"/>
          </a:xfrm>
          <a:prstGeom prst="rect">
            <a:avLst/>
          </a:prstGeom>
          <a:noFill/>
          <a:ln w="508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思考题：</a:t>
            </a:r>
            <a:endParaRPr kumimoji="1" lang="en-US" altLang="zh-CN" sz="32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习题：</a:t>
            </a:r>
            <a:r>
              <a:rPr kumimoji="1" lang="en-US" altLang="zh-CN" sz="3200" b="1">
                <a:latin typeface="Times New Roman" panose="02020603050405020304" pitchFamily="18" charset="0"/>
              </a:rPr>
              <a:t>5-9</a:t>
            </a:r>
            <a:r>
              <a:rPr kumimoji="1" lang="zh-CN" altLang="en-US" sz="3200" b="1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>
                <a:latin typeface="Times New Roman" panose="02020603050405020304" pitchFamily="18" charset="0"/>
              </a:rPr>
              <a:t>5-12</a:t>
            </a:r>
            <a:r>
              <a:rPr kumimoji="1" lang="zh-CN" altLang="en-US" sz="3200" b="1">
                <a:latin typeface="Times New Roman" panose="02020603050405020304" pitchFamily="18" charset="0"/>
              </a:rPr>
              <a:t>；</a:t>
            </a:r>
            <a:r>
              <a:rPr kumimoji="1" lang="en-US" altLang="zh-CN" sz="3200" b="1">
                <a:latin typeface="Times New Roman" panose="02020603050405020304" pitchFamily="18" charset="0"/>
              </a:rPr>
              <a:t>5-15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9D956712-102F-B30A-D4EF-F71A748CA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767013"/>
            <a:ext cx="8064500" cy="1323975"/>
          </a:xfrm>
          <a:prstGeom prst="rect">
            <a:avLst/>
          </a:prstGeom>
          <a:solidFill>
            <a:srgbClr val="3505E7"/>
          </a:solidFill>
          <a:ln w="12700" cap="sq">
            <a:solidFill>
              <a:srgbClr val="F9EC9D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8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7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请专家名师指正！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7964A8DA-6307-20EE-238F-54A823D2E7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74675" y="393700"/>
            <a:ext cx="8001000" cy="20955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nimBg="1" autoUpdateAnimBg="0"/>
    </p:bldLst>
  </p:timing>
</p:sld>
</file>

<file path=ppt/theme/theme1.xml><?xml version="1.0" encoding="utf-8"?>
<a:theme xmlns:a="http://schemas.openxmlformats.org/drawingml/2006/main" name="冲动型模板">
  <a:themeElements>
    <a:clrScheme name="冲动型模板 2">
      <a:dk1>
        <a:srgbClr val="000000"/>
      </a:dk1>
      <a:lt1>
        <a:srgbClr val="FFFFFF"/>
      </a:lt1>
      <a:dk2>
        <a:srgbClr val="000066"/>
      </a:dk2>
      <a:lt2>
        <a:srgbClr val="FFCC66"/>
      </a:lt2>
      <a:accent1>
        <a:srgbClr val="FF9900"/>
      </a:accent1>
      <a:accent2>
        <a:srgbClr val="000044"/>
      </a:accent2>
      <a:accent3>
        <a:srgbClr val="AAAAB8"/>
      </a:accent3>
      <a:accent4>
        <a:srgbClr val="DADADA"/>
      </a:accent4>
      <a:accent5>
        <a:srgbClr val="FFCAAA"/>
      </a:accent5>
      <a:accent6>
        <a:srgbClr val="00003D"/>
      </a:accent6>
      <a:hlink>
        <a:srgbClr val="3366FF"/>
      </a:hlink>
      <a:folHlink>
        <a:srgbClr val="FFFF00"/>
      </a:folHlink>
    </a:clrScheme>
    <a:fontScheme name="冲动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冲动型模板 1">
        <a:dk1>
          <a:srgbClr val="000000"/>
        </a:dk1>
        <a:lt1>
          <a:srgbClr val="CCECFF"/>
        </a:lt1>
        <a:dk2>
          <a:srgbClr val="000066"/>
        </a:dk2>
        <a:lt2>
          <a:srgbClr val="6699FF"/>
        </a:lt2>
        <a:accent1>
          <a:srgbClr val="33CCCC"/>
        </a:accent1>
        <a:accent2>
          <a:srgbClr val="0099FF"/>
        </a:accent2>
        <a:accent3>
          <a:srgbClr val="E2F4FF"/>
        </a:accent3>
        <a:accent4>
          <a:srgbClr val="000000"/>
        </a:accent4>
        <a:accent5>
          <a:srgbClr val="ADE2E2"/>
        </a:accent5>
        <a:accent6>
          <a:srgbClr val="008AE7"/>
        </a:accent6>
        <a:hlink>
          <a:srgbClr val="FFFFFF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冲动型模板 2">
        <a:dk1>
          <a:srgbClr val="000000"/>
        </a:dk1>
        <a:lt1>
          <a:srgbClr val="FFFFFF"/>
        </a:lt1>
        <a:dk2>
          <a:srgbClr val="000066"/>
        </a:dk2>
        <a:lt2>
          <a:srgbClr val="FFCC66"/>
        </a:lt2>
        <a:accent1>
          <a:srgbClr val="FF9900"/>
        </a:accent1>
        <a:accent2>
          <a:srgbClr val="000044"/>
        </a:accent2>
        <a:accent3>
          <a:srgbClr val="AAAAB8"/>
        </a:accent3>
        <a:accent4>
          <a:srgbClr val="DADADA"/>
        </a:accent4>
        <a:accent5>
          <a:srgbClr val="FFCAAA"/>
        </a:accent5>
        <a:accent6>
          <a:srgbClr val="00003D"/>
        </a:accent6>
        <a:hlink>
          <a:srgbClr val="3366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冲动型模板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AEAEAE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冲动型模板 4">
        <a:dk1>
          <a:srgbClr val="000000"/>
        </a:dk1>
        <a:lt1>
          <a:srgbClr val="FFFFFF"/>
        </a:lt1>
        <a:dk2>
          <a:srgbClr val="660033"/>
        </a:dk2>
        <a:lt2>
          <a:srgbClr val="FFCC66"/>
        </a:lt2>
        <a:accent1>
          <a:srgbClr val="FF9900"/>
        </a:accent1>
        <a:accent2>
          <a:srgbClr val="440022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3D001E"/>
        </a:accent6>
        <a:hlink>
          <a:srgbClr val="B20059"/>
        </a:hlink>
        <a:folHlink>
          <a:srgbClr val="FF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冲动型模板 5">
        <a:dk1>
          <a:srgbClr val="000000"/>
        </a:dk1>
        <a:lt1>
          <a:srgbClr val="FFFFFF"/>
        </a:lt1>
        <a:dk2>
          <a:srgbClr val="663300"/>
        </a:dk2>
        <a:lt2>
          <a:srgbClr val="FFCC66"/>
        </a:lt2>
        <a:accent1>
          <a:srgbClr val="FF9900"/>
        </a:accent1>
        <a:accent2>
          <a:srgbClr val="361B00"/>
        </a:accent2>
        <a:accent3>
          <a:srgbClr val="B8ADAA"/>
        </a:accent3>
        <a:accent4>
          <a:srgbClr val="DADADA"/>
        </a:accent4>
        <a:accent5>
          <a:srgbClr val="FFCAAA"/>
        </a:accent5>
        <a:accent6>
          <a:srgbClr val="301700"/>
        </a:accent6>
        <a:hlink>
          <a:srgbClr val="996633"/>
        </a:hlink>
        <a:folHlink>
          <a:srgbClr val="FF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冲动型模板 6">
        <a:dk1>
          <a:srgbClr val="000000"/>
        </a:dk1>
        <a:lt1>
          <a:srgbClr val="FFFFFF"/>
        </a:lt1>
        <a:dk2>
          <a:srgbClr val="003300"/>
        </a:dk2>
        <a:lt2>
          <a:srgbClr val="FFCC66"/>
        </a:lt2>
        <a:accent1>
          <a:srgbClr val="CC9900"/>
        </a:accent1>
        <a:accent2>
          <a:srgbClr val="001600"/>
        </a:accent2>
        <a:accent3>
          <a:srgbClr val="AAADAA"/>
        </a:accent3>
        <a:accent4>
          <a:srgbClr val="DADADA"/>
        </a:accent4>
        <a:accent5>
          <a:srgbClr val="E2CAAA"/>
        </a:accent5>
        <a:accent6>
          <a:srgbClr val="001300"/>
        </a:accent6>
        <a:hlink>
          <a:srgbClr val="0066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1399</Words>
  <Application>Microsoft Office PowerPoint</Application>
  <PresentationFormat>全屏显示(4:3)</PresentationFormat>
  <Paragraphs>381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Tahoma</vt:lpstr>
      <vt:lpstr>宋体</vt:lpstr>
      <vt:lpstr>Arial</vt:lpstr>
      <vt:lpstr>Times New Roman</vt:lpstr>
      <vt:lpstr>Verdana</vt:lpstr>
      <vt:lpstr>Wingdings</vt:lpstr>
      <vt:lpstr>楷体_GB2312</vt:lpstr>
      <vt:lpstr>华文中宋</vt:lpstr>
      <vt:lpstr>华文行楷</vt:lpstr>
      <vt:lpstr>Garamond</vt:lpstr>
      <vt:lpstr>黑体</vt:lpstr>
      <vt:lpstr>Symbol</vt:lpstr>
      <vt:lpstr>冲动型模板</vt:lpstr>
      <vt:lpstr>Profile</vt:lpstr>
      <vt:lpstr>MathType 5.0 Equation</vt:lpstr>
      <vt:lpstr>Stanford Graphics Slide</vt:lpstr>
      <vt:lpstr>Microsoft Equation 3.0</vt:lpstr>
      <vt:lpstr>Microsoft 公式 3.0</vt:lpstr>
      <vt:lpstr>BMP 图象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超静定梁的概念</vt:lpstr>
      <vt:lpstr>例 3  试作图示超静定梁的剪力图和弯矩图。</vt:lpstr>
      <vt:lpstr>例 3  试作图示超静定梁的剪力图和弯矩图。</vt:lpstr>
      <vt:lpstr>例 3  试作图示超静定梁的剪力图和弯矩图。</vt:lpstr>
      <vt:lpstr>例 3  试作图示超静定梁的剪力图和弯矩图。</vt:lpstr>
      <vt:lpstr>PowerPoint 演示文稿</vt:lpstr>
      <vt:lpstr>再认识梁-对象1</vt:lpstr>
      <vt:lpstr>再认识梁-对象2</vt:lpstr>
      <vt:lpstr>再认识梁-对象3</vt:lpstr>
      <vt:lpstr>PowerPoint 演示文稿</vt:lpstr>
      <vt:lpstr>PowerPoint 演示文稿</vt:lpstr>
      <vt:lpstr>PowerPoint 演示文稿</vt:lpstr>
      <vt:lpstr>PowerPoint 演示文稿</vt:lpstr>
      <vt:lpstr>认识对象-平面直梁Beam</vt:lpstr>
      <vt:lpstr>本 章 重 点</vt:lpstr>
      <vt:lpstr>再见！</vt:lpstr>
      <vt:lpstr>例题4~7的部分推导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HuSt-JxL-PC</cp:lastModifiedBy>
  <cp:revision>55</cp:revision>
  <dcterms:created xsi:type="dcterms:W3CDTF">2008-11-26T13:17:12Z</dcterms:created>
  <dcterms:modified xsi:type="dcterms:W3CDTF">2026-04-12T23:54:08Z</dcterms:modified>
</cp:coreProperties>
</file>